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5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3.xml" ContentType="application/vnd.openxmlformats-officedocument.presentationml.notesSlide+xml"/>
  <Override PartName="/ppt/tags/tag4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3" r:id="rId3"/>
    <p:sldMasterId id="2147483665" r:id="rId4"/>
  </p:sldMasterIdLst>
  <p:notesMasterIdLst>
    <p:notesMasterId r:id="rId16"/>
  </p:notesMasterIdLst>
  <p:sldIdLst>
    <p:sldId id="256" r:id="rId5"/>
    <p:sldId id="2147473171" r:id="rId6"/>
    <p:sldId id="2147473166" r:id="rId7"/>
    <p:sldId id="2147473229" r:id="rId8"/>
    <p:sldId id="2147473165" r:id="rId9"/>
    <p:sldId id="2147473157" r:id="rId10"/>
    <p:sldId id="372" r:id="rId11"/>
    <p:sldId id="262" r:id="rId12"/>
    <p:sldId id="2147473172" r:id="rId13"/>
    <p:sldId id="2147473228" r:id="rId14"/>
    <p:sldId id="39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8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4B855-7B4C-9E4C-99C8-E07F7ACFABA0}" type="datetimeFigureOut">
              <a:rPr lang="en-US" smtClean="0"/>
              <a:t>6/14/26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D70AE-5F00-424F-A2CF-709844F50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49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163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63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E235F-14D7-4C21-DDE2-E5BE1B8C5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B8FFB-1243-A968-5F4B-E066B35B0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EA559-D8F2-DEBB-42FD-5F75A85D4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BE7A2-2EFC-DDCD-6415-B0ADAE564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405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63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33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63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5184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0063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9063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03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E0192-1E48-3584-8391-553AF8CB9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4F9556-F8AE-6863-0FD0-87B79E788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8A349-260D-D700-140C-860508A97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A6274-A6CD-E847-B3D4-2A428D14A18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A42FA-4AF6-8F69-C0AF-945BC8159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8DC1A-354D-D080-2B04-0687F2777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7799-E60A-0F42-AC93-727618B4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9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EA641-FEED-68A8-3EF2-581AC7FCE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E47A1-173E-5C2C-C5F7-9425A7EA1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1F299-C2D5-0A33-F80E-098F56096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A6274-A6CD-E847-B3D4-2A428D14A18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26AE2-C13F-6628-19FC-1AFE20D5A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3CCB6-7CE3-26C1-CB28-228CF86F0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7799-E60A-0F42-AC93-727618B4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32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5D28E-33D8-69BA-34E3-DB7385230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3694D-51BC-3F1F-5F92-622F45910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250FA-B79D-DFAF-788C-36E0A2862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A6274-A6CD-E847-B3D4-2A428D14A18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03184-4B2A-E9CE-055F-A0130AE7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3DFCD-FA5F-93CF-C6AF-4AC3C21C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7799-E60A-0F42-AC93-727618B4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14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F86D6-3804-AD80-66B7-C3D880690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86D7D-DFED-07AC-2A23-FA6A64A944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8D31B-FB46-E59B-C7AD-05C143A64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E4C56-9E99-FDE6-A82D-617DDAC4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A6274-A6CD-E847-B3D4-2A428D14A18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6CCE8-05A9-49E4-CF6C-8EBFF96EE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FB9FD-5BA3-0D54-BE0A-6C25901E7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7799-E60A-0F42-AC93-727618B4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7733-5A9F-7FA7-C42C-ABD2317E0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5E77A-CF85-065A-31A1-A403C480C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3495C-384C-9E84-626A-3C46E7D03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2F77D-521B-CC4D-A1AE-8EA0FD5B5E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318B66-3398-F9ED-797B-4E910AD557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99916A-2D22-F6F1-C595-A1C793B9B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A6274-A6CD-E847-B3D4-2A428D14A18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E7ED65-2E26-A979-83FD-90611DF7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286948-879D-7A22-5AA5-EB4D66758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7799-E60A-0F42-AC93-727618B4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02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61BD9-6B59-CFE9-7650-8E1EE26A2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DA8A5D-C751-21EE-C270-A6C559B4A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A6274-A6CD-E847-B3D4-2A428D14A18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39FEA-BDAD-3D49-9E6F-3CBCC567A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D2A28-AB53-AC5A-FB15-9F51DEB0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7799-E60A-0F42-AC93-727618B4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45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D28CC9-BB48-354C-1478-E4424D93E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A6274-A6CD-E847-B3D4-2A428D14A18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874A2-C709-0F4E-530D-FD3A3037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49565-20E7-885C-97DA-EAC8BFFC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7799-E60A-0F42-AC93-727618B4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2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E5F1B-14C6-BD9A-07EB-BD8BBB44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31C22-29F5-E38D-260B-3D36AD7D8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CB02C-5F2D-A764-C6ED-96B834152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BE7FB-32CD-72F8-B592-1737E9FA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A6274-A6CD-E847-B3D4-2A428D14A18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8103A-C6CB-EC5A-0472-B40E6BD0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BEC1D-7514-7390-98C4-56548282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7799-E60A-0F42-AC93-727618B4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2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A5BDB-56AF-2F83-89AE-B0C7FCF76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4C92D-2532-5E0B-41D5-D3E069CA82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52F3F-7F8E-DD18-577B-B9C958DA7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C95F7-65C8-3C86-5093-53E4C9D3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A6274-A6CD-E847-B3D4-2A428D14A18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E5797-85CF-B49F-A4A7-1BC6B15CF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E6B91-94C6-8A46-6ADC-191A8E0B9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7799-E60A-0F42-AC93-727618B4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75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DF488-1A57-7912-7951-E1FAC643A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0FFE4-8460-8589-C885-641EEE80E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797A5-99E7-7372-2C8B-6F20D4A0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A6274-A6CD-E847-B3D4-2A428D14A18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5858C-D290-8B95-B272-7B8B8C623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1DC87-61A1-7ED5-6208-A7C861CD4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7799-E60A-0F42-AC93-727618B4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84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0BB34-43FF-6E8E-AC9F-35E549CA7D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DAF44-90E3-1E58-3C87-8ECE131ED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10535-7CA9-3E03-3A99-6DFFB8047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A6274-A6CD-E847-B3D4-2A428D14A18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2AD50-32E1-84CB-40C3-C53A9A982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C3062-E263-56CB-1E76-1AD597D2D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7799-E60A-0F42-AC93-727618B4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0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25485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9" imgH="350" progId="TCLayout.ActiveDocument.1">
                  <p:embed/>
                </p:oleObj>
              </mc:Choice>
              <mc:Fallback>
                <p:oleObj name="think-cell Slide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3195AE6-329B-A009-4997-BDE856CA6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25039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A4A5727-8070-F4C9-B795-2A36F4FF591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0807470"/>
              </p:ext>
            </p:extLst>
          </p:nvPr>
        </p:nvGraphicFramePr>
        <p:xfrm>
          <a:off x="1589" y="1588"/>
          <a:ext cx="1589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9" imgH="349" progId="TCLayout.ActiveDocument.1">
                  <p:embed/>
                </p:oleObj>
              </mc:Choice>
              <mc:Fallback>
                <p:oleObj name="think-cell Slide" r:id="rId3" imgW="349" imgH="34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4A5727-8070-F4C9-B795-2A36F4FF59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9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3575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4">
          <p15:clr>
            <a:srgbClr val="FBAE40"/>
          </p15:clr>
        </p15:guide>
        <p15:guide id="2" pos="226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A4A5727-8070-F4C9-B795-2A36F4FF591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0807470"/>
              </p:ext>
            </p:extLst>
          </p:nvPr>
        </p:nvGraphicFramePr>
        <p:xfrm>
          <a:off x="1589" y="1588"/>
          <a:ext cx="1589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9" imgH="349" progId="TCLayout.ActiveDocument.1">
                  <p:embed/>
                </p:oleObj>
              </mc:Choice>
              <mc:Fallback>
                <p:oleObj name="think-cell Slide" r:id="rId3" imgW="349" imgH="34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4A5727-8070-F4C9-B795-2A36F4FF59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9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4253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4">
          <p15:clr>
            <a:srgbClr val="FBAE40"/>
          </p15:clr>
        </p15:guide>
        <p15:guide id="2" pos="226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25485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9" imgH="350" progId="TCLayout.ActiveDocument.1">
                  <p:embed/>
                </p:oleObj>
              </mc:Choice>
              <mc:Fallback>
                <p:oleObj name="think-cell Slide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3195AE6-329B-A009-4997-BDE856CA6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76884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6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54ED511-DA17-D2C8-36C4-697CEB003A53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54810096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457B60-5C22-B594-5EF4-55551697B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29E07-39FC-DB47-4619-8BA52FD16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320A3-E34D-68B7-ACC6-8072803843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8A6274-A6CD-E847-B3D4-2A428D14A18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1BF36-1379-7618-B69B-1D2D51421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679E3-325C-978E-57C9-05A279AC8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47799-E60A-0F42-AC93-727618B4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35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7CE8A06-CDE7-C9B8-41FC-D53CC3A91B8E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592399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9" imgH="350" progId="TCLayout.ActiveDocument.1">
                  <p:embed/>
                </p:oleObj>
              </mc:Choice>
              <mc:Fallback>
                <p:oleObj name="think-cell Slide" r:id="rId5" imgW="349" imgH="35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CE8A06-CDE7-C9B8-41FC-D53CC3A91B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CEAD62-5EDF-8B4F-D2F7-FD0F95F6A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58578"/>
            <a:ext cx="114120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AD9A7-A470-4248-33C2-9AE6FF8B5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9" y="1557338"/>
            <a:ext cx="11412536" cy="45005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OuterGrid" hidden="1">
            <a:extLst>
              <a:ext uri="{FF2B5EF4-FFF2-40B4-BE49-F238E27FC236}">
                <a16:creationId xmlns:a16="http://schemas.microsoft.com/office/drawing/2014/main" id="{89F3C529-7BA1-142D-A375-C06E23B77EDC}"/>
              </a:ext>
            </a:extLst>
          </p:cNvPr>
          <p:cNvSpPr/>
          <p:nvPr userDrawn="1"/>
        </p:nvSpPr>
        <p:spPr>
          <a:xfrm>
            <a:off x="407989" y="1557338"/>
            <a:ext cx="11412536" cy="4500562"/>
          </a:xfrm>
          <a:prstGeom prst="rect">
            <a:avLst/>
          </a:prstGeom>
          <a:noFill/>
          <a:ln w="9525" cap="flat" cmpd="sng" algn="ctr">
            <a:solidFill>
              <a:srgbClr val="F04C3E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rtl="0"/>
            <a:endParaRPr lang="en-US" sz="1100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4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9700" indent="-1397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38138" indent="-160338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96888" indent="-166688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7388" indent="-1905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7153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1">
          <p15:clr>
            <a:srgbClr val="F26B43"/>
          </p15:clr>
        </p15:guide>
        <p15:guide id="2" pos="257">
          <p15:clr>
            <a:srgbClr val="F26B43"/>
          </p15:clr>
        </p15:guide>
        <p15:guide id="3" pos="7446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731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38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7CE8A06-CDE7-C9B8-41FC-D53CC3A91B8E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93883550"/>
              </p:ext>
            </p:extLst>
          </p:nvPr>
        </p:nvGraphicFramePr>
        <p:xfrm>
          <a:off x="1589" y="1588"/>
          <a:ext cx="1589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9" imgH="350" progId="TCLayout.ActiveDocument.1">
                  <p:embed/>
                </p:oleObj>
              </mc:Choice>
              <mc:Fallback>
                <p:oleObj name="think-cell Slide" r:id="rId4" imgW="349" imgH="35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CE8A06-CDE7-C9B8-41FC-D53CC3A91B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9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uterGrid" hidden="1">
            <a:extLst>
              <a:ext uri="{FF2B5EF4-FFF2-40B4-BE49-F238E27FC236}">
                <a16:creationId xmlns:a16="http://schemas.microsoft.com/office/drawing/2014/main" id="{89F3C529-7BA1-142D-A375-C06E23B77EDC}"/>
              </a:ext>
            </a:extLst>
          </p:cNvPr>
          <p:cNvSpPr/>
          <p:nvPr userDrawn="1"/>
        </p:nvSpPr>
        <p:spPr>
          <a:xfrm>
            <a:off x="407990" y="1557340"/>
            <a:ext cx="11412534" cy="4500563"/>
          </a:xfrm>
          <a:prstGeom prst="rect">
            <a:avLst/>
          </a:prstGeom>
          <a:noFill/>
          <a:ln w="9525" cap="flat" cmpd="sng" algn="ctr">
            <a:solidFill>
              <a:srgbClr val="F04C3E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99" tIns="9001" rIns="17999" bIns="9001" rtlCol="0" anchor="ctr"/>
          <a:lstStyle/>
          <a:p>
            <a:pPr algn="ctr" rtl="0"/>
            <a:endParaRPr lang="en-US" sz="216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40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l" defTabSz="180008" rtl="0" eaLnBrk="1" latinLnBrk="0" hangingPunct="1">
        <a:lnSpc>
          <a:spcPct val="90000"/>
        </a:lnSpc>
        <a:spcBef>
          <a:spcPct val="0"/>
        </a:spcBef>
        <a:buNone/>
        <a:defRPr lang="en-US" sz="3555" b="1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501" indent="-27501" algn="l" defTabSz="18000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Font typeface="Arial" panose="020B0604020202020204" pitchFamily="34" charset="0"/>
        <a:buChar char="•"/>
        <a:defRPr lang="en-US" sz="2032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66565" indent="-31565" algn="l" defTabSz="18000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Font typeface="Symbol" panose="05050102010706020507" pitchFamily="18" charset="2"/>
        <a:buChar char="-"/>
        <a:defRPr lang="en-US" sz="2032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97817" indent="-32814" algn="l" defTabSz="18000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lang="en-US" sz="2032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5319" indent="-37501" algn="l" defTabSz="180008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4pPr>
      <a:lvl5pPr marL="171570" indent="-33439" algn="l" defTabSz="180008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5pPr>
      <a:lvl6pPr marL="495021" indent="-45002" algn="l" defTabSz="180008" rtl="0" eaLnBrk="1" latinLnBrk="0" hangingPunct="1">
        <a:lnSpc>
          <a:spcPct val="90000"/>
        </a:lnSpc>
        <a:spcBef>
          <a:spcPts val="98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6pPr>
      <a:lvl7pPr marL="585025" indent="-45002" algn="l" defTabSz="180008" rtl="0" eaLnBrk="1" latinLnBrk="0" hangingPunct="1">
        <a:lnSpc>
          <a:spcPct val="90000"/>
        </a:lnSpc>
        <a:spcBef>
          <a:spcPts val="98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7pPr>
      <a:lvl8pPr marL="675028" indent="-45002" algn="l" defTabSz="180008" rtl="0" eaLnBrk="1" latinLnBrk="0" hangingPunct="1">
        <a:lnSpc>
          <a:spcPct val="90000"/>
        </a:lnSpc>
        <a:spcBef>
          <a:spcPts val="98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8pPr>
      <a:lvl9pPr marL="765033" indent="-45002" algn="l" defTabSz="180008" rtl="0" eaLnBrk="1" latinLnBrk="0" hangingPunct="1">
        <a:lnSpc>
          <a:spcPct val="90000"/>
        </a:lnSpc>
        <a:spcBef>
          <a:spcPts val="98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1pPr>
      <a:lvl2pPr marL="90003" algn="l" defTabSz="180008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" algn="l" defTabSz="180008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3pPr>
      <a:lvl4pPr marL="270012" algn="l" defTabSz="180008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4pPr>
      <a:lvl5pPr marL="360016" algn="l" defTabSz="180008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5pPr>
      <a:lvl6pPr marL="450018" algn="l" defTabSz="180008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6pPr>
      <a:lvl7pPr marL="540023" algn="l" defTabSz="180008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7pPr>
      <a:lvl8pPr marL="630028" algn="l" defTabSz="180008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8pPr>
      <a:lvl9pPr marL="720031" algn="l" defTabSz="180008" rtl="0" eaLnBrk="1" latinLnBrk="0" hangingPunct="1">
        <a:defRPr sz="3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7CE8A06-CDE7-C9B8-41FC-D53CC3A91B8E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6343970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9" imgH="350" progId="TCLayout.ActiveDocument.1">
                  <p:embed/>
                </p:oleObj>
              </mc:Choice>
              <mc:Fallback>
                <p:oleObj name="think-cell Slide" r:id="rId4" imgW="349" imgH="35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CE8A06-CDE7-C9B8-41FC-D53CC3A91B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CEAD62-5EDF-8B4F-D2F7-FD0F95F6A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58578"/>
            <a:ext cx="114120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AD9A7-A470-4248-33C2-9AE6FF8B5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9" y="1557338"/>
            <a:ext cx="11412536" cy="45005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OuterGrid" hidden="1">
            <a:extLst>
              <a:ext uri="{FF2B5EF4-FFF2-40B4-BE49-F238E27FC236}">
                <a16:creationId xmlns:a16="http://schemas.microsoft.com/office/drawing/2014/main" id="{89F3C529-7BA1-142D-A375-C06E23B77EDC}"/>
              </a:ext>
            </a:extLst>
          </p:cNvPr>
          <p:cNvSpPr/>
          <p:nvPr userDrawn="1"/>
        </p:nvSpPr>
        <p:spPr>
          <a:xfrm>
            <a:off x="407989" y="1557338"/>
            <a:ext cx="11412536" cy="4500562"/>
          </a:xfrm>
          <a:prstGeom prst="rect">
            <a:avLst/>
          </a:prstGeom>
          <a:noFill/>
          <a:ln w="9525" cap="flat" cmpd="sng" algn="ctr">
            <a:solidFill>
              <a:srgbClr val="F04C3E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rtl="0"/>
            <a:endParaRPr lang="en-US" sz="1100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911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9700" indent="-1397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38138" indent="-160338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96888" indent="-166688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7388" indent="-1905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7153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1">
          <p15:clr>
            <a:srgbClr val="F26B43"/>
          </p15:clr>
        </p15:guide>
        <p15:guide id="2" pos="257">
          <p15:clr>
            <a:srgbClr val="F26B43"/>
          </p15:clr>
        </p15:guide>
        <p15:guide id="3" pos="7446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731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38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slideLayout" Target="../slideLayouts/slideLayout12.xml"/><Relationship Id="rId18" Type="http://schemas.openxmlformats.org/officeDocument/2006/relationships/image" Target="../media/image8.sv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image" Target="../media/image7.svg"/><Relationship Id="rId2" Type="http://schemas.openxmlformats.org/officeDocument/2006/relationships/tags" Target="../tags/tag12.xml"/><Relationship Id="rId16" Type="http://schemas.openxmlformats.org/officeDocument/2006/relationships/image" Target="../media/image6.emf"/><Relationship Id="rId20" Type="http://schemas.openxmlformats.org/officeDocument/2006/relationships/image" Target="../media/image10.sv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20.xml"/><Relationship Id="rId19" Type="http://schemas.openxmlformats.org/officeDocument/2006/relationships/image" Target="../media/image9.sv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notesSlide" Target="../notesSlides/notesSlide2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4.svg"/><Relationship Id="rId2" Type="http://schemas.openxmlformats.org/officeDocument/2006/relationships/tags" Target="../tags/tag24.xml"/><Relationship Id="rId16" Type="http://schemas.openxmlformats.org/officeDocument/2006/relationships/image" Target="../media/image13.svg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5" Type="http://schemas.openxmlformats.org/officeDocument/2006/relationships/image" Target="../media/image12.svg"/><Relationship Id="rId10" Type="http://schemas.openxmlformats.org/officeDocument/2006/relationships/tags" Target="../tags/tag32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4.svg"/><Relationship Id="rId2" Type="http://schemas.openxmlformats.org/officeDocument/2006/relationships/tags" Target="../tags/tag35.xml"/><Relationship Id="rId16" Type="http://schemas.openxmlformats.org/officeDocument/2006/relationships/image" Target="../media/image13.sv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image" Target="../media/image12.svg"/><Relationship Id="rId10" Type="http://schemas.openxmlformats.org/officeDocument/2006/relationships/tags" Target="../tags/tag43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oleObject" Target="../embeddings/oleObject9.bin"/><Relationship Id="rId7" Type="http://schemas.openxmlformats.org/officeDocument/2006/relationships/image" Target="../media/image17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5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10" Type="http://schemas.openxmlformats.org/officeDocument/2006/relationships/image" Target="../media/image11.svg"/><Relationship Id="rId4" Type="http://schemas.openxmlformats.org/officeDocument/2006/relationships/image" Target="../media/image3.emf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8.svg"/><Relationship Id="rId18" Type="http://schemas.openxmlformats.org/officeDocument/2006/relationships/image" Target="../media/image33.svg"/><Relationship Id="rId3" Type="http://schemas.openxmlformats.org/officeDocument/2006/relationships/slideLayout" Target="../slideLayouts/slideLayout15.xml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3.svg"/><Relationship Id="rId17" Type="http://schemas.openxmlformats.org/officeDocument/2006/relationships/image" Target="../media/image32.svg"/><Relationship Id="rId2" Type="http://schemas.openxmlformats.org/officeDocument/2006/relationships/tags" Target="../tags/tag47.xml"/><Relationship Id="rId16" Type="http://schemas.openxmlformats.org/officeDocument/2006/relationships/image" Target="../media/image31.svg"/><Relationship Id="rId1" Type="http://schemas.openxmlformats.org/officeDocument/2006/relationships/tags" Target="../tags/tag46.xml"/><Relationship Id="rId6" Type="http://schemas.openxmlformats.org/officeDocument/2006/relationships/image" Target="../media/image3.emf"/><Relationship Id="rId11" Type="http://schemas.openxmlformats.org/officeDocument/2006/relationships/image" Target="../media/image27.svg"/><Relationship Id="rId5" Type="http://schemas.openxmlformats.org/officeDocument/2006/relationships/oleObject" Target="../embeddings/oleObject10.bin"/><Relationship Id="rId15" Type="http://schemas.openxmlformats.org/officeDocument/2006/relationships/image" Target="../media/image30.svg"/><Relationship Id="rId10" Type="http://schemas.openxmlformats.org/officeDocument/2006/relationships/image" Target="../media/image26.sv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25.svg"/><Relationship Id="rId1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F4394B4-B8F6-88E3-EFA3-75A3DB7F5ED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575243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FD0CEF22-1446-4126-74F0-18F9A8F84160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 bwMode="auto">
          <a:xfrm>
            <a:off x="643467" y="1111674"/>
            <a:ext cx="10905066" cy="463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91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D7FFE65A-1047-4835-2186-B9F791B6374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560928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7772400" imgH="10058400" progId="TCLayout.ActiveDocument.1">
                  <p:embed/>
                </p:oleObj>
              </mc:Choice>
              <mc:Fallback>
                <p:oleObj name="think-cell Slide" r:id="rId1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eform 34">
            <a:extLst>
              <a:ext uri="{FF2B5EF4-FFF2-40B4-BE49-F238E27FC236}">
                <a16:creationId xmlns:a16="http://schemas.microsoft.com/office/drawing/2014/main" id="{A3949B83-9404-D89E-A931-BDDD784E8E66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708000" y="3513782"/>
            <a:ext cx="1705827" cy="1292662"/>
          </a:xfrm>
          <a:custGeom>
            <a:avLst/>
            <a:gdLst>
              <a:gd name="T0" fmla="*/ 203 w 414"/>
              <a:gd name="T1" fmla="*/ 35 h 240"/>
              <a:gd name="T2" fmla="*/ 0 w 414"/>
              <a:gd name="T3" fmla="*/ 3 h 240"/>
              <a:gd name="T4" fmla="*/ 46 w 414"/>
              <a:gd name="T5" fmla="*/ 204 h 240"/>
              <a:gd name="T6" fmla="*/ 49 w 414"/>
              <a:gd name="T7" fmla="*/ 215 h 240"/>
              <a:gd name="T8" fmla="*/ 205 w 414"/>
              <a:gd name="T9" fmla="*/ 240 h 240"/>
              <a:gd name="T10" fmla="*/ 354 w 414"/>
              <a:gd name="T11" fmla="*/ 217 h 240"/>
              <a:gd name="T12" fmla="*/ 362 w 414"/>
              <a:gd name="T13" fmla="*/ 214 h 240"/>
              <a:gd name="T14" fmla="*/ 376 w 414"/>
              <a:gd name="T15" fmla="*/ 139 h 240"/>
              <a:gd name="T16" fmla="*/ 414 w 414"/>
              <a:gd name="T17" fmla="*/ 0 h 240"/>
              <a:gd name="T18" fmla="*/ 203 w 414"/>
              <a:gd name="T19" fmla="*/ 35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4" h="240">
                <a:moveTo>
                  <a:pt x="203" y="35"/>
                </a:moveTo>
                <a:cubicBezTo>
                  <a:pt x="117" y="35"/>
                  <a:pt x="41" y="23"/>
                  <a:pt x="0" y="3"/>
                </a:cubicBezTo>
                <a:cubicBezTo>
                  <a:pt x="18" y="64"/>
                  <a:pt x="35" y="131"/>
                  <a:pt x="46" y="204"/>
                </a:cubicBezTo>
                <a:cubicBezTo>
                  <a:pt x="47" y="208"/>
                  <a:pt x="48" y="211"/>
                  <a:pt x="49" y="215"/>
                </a:cubicBezTo>
                <a:cubicBezTo>
                  <a:pt x="85" y="230"/>
                  <a:pt x="142" y="240"/>
                  <a:pt x="205" y="240"/>
                </a:cubicBezTo>
                <a:cubicBezTo>
                  <a:pt x="264" y="240"/>
                  <a:pt x="317" y="231"/>
                  <a:pt x="354" y="217"/>
                </a:cubicBezTo>
                <a:cubicBezTo>
                  <a:pt x="357" y="216"/>
                  <a:pt x="359" y="215"/>
                  <a:pt x="362" y="214"/>
                </a:cubicBezTo>
                <a:cubicBezTo>
                  <a:pt x="366" y="190"/>
                  <a:pt x="371" y="165"/>
                  <a:pt x="376" y="139"/>
                </a:cubicBezTo>
                <a:cubicBezTo>
                  <a:pt x="386" y="96"/>
                  <a:pt x="398" y="49"/>
                  <a:pt x="414" y="0"/>
                </a:cubicBezTo>
                <a:cubicBezTo>
                  <a:pt x="374" y="21"/>
                  <a:pt x="295" y="35"/>
                  <a:pt x="203" y="35"/>
                </a:cubicBezTo>
              </a:path>
            </a:pathLst>
          </a:cu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80168" tIns="40084" rIns="80168" bIns="4008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 noProof="0" dirty="0"/>
              <a:t>Funnel II</a:t>
            </a: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A80EA349-36C8-72B9-C542-41C9B7915B37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449797" y="1342794"/>
            <a:ext cx="2833372" cy="2154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972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Futura"/>
              </a:rPr>
              <a:t>INPUTS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8385E52-A066-7852-58C8-3B253E86A66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1449797" y="1589315"/>
            <a:ext cx="256841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200" dirty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Adjusted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close </a:t>
            </a:r>
            <a:r>
              <a:rPr lang="en-US" sz="1200" dirty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price from Yahoo Finance, and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portfolio weights</a:t>
            </a: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BE95A74E-80B5-DA8F-C1C9-760858D32217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1449797" y="2600680"/>
            <a:ext cx="2833372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972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Futura"/>
              </a:rPr>
              <a:t>DIMENSION AND FACT TABLES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B87CF97-7597-B0F5-3DD7-AF81AAF4F3D7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449797" y="2843099"/>
            <a:ext cx="2833372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MySQL schema and tables for clients, tickers, holdings and daily pricing</a:t>
            </a:r>
          </a:p>
        </p:txBody>
      </p:sp>
      <p:sp>
        <p:nvSpPr>
          <p:cNvPr id="12" name="TextBox 21">
            <a:extLst>
              <a:ext uri="{FF2B5EF4-FFF2-40B4-BE49-F238E27FC236}">
                <a16:creationId xmlns:a16="http://schemas.microsoft.com/office/drawing/2014/main" id="{33630B64-D632-EA32-F8F9-A53503924F9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1486023" y="3802876"/>
            <a:ext cx="2833372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972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Futura"/>
              </a:rPr>
              <a:t>STORED PROCEDURES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18BDAA6-0F40-843B-89AF-E2C9F5E10E3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1486022" y="4045295"/>
            <a:ext cx="286360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Calculate: Return, risk, Sharpe ratio, correlations and rebalanced weights</a:t>
            </a:r>
          </a:p>
        </p:txBody>
      </p:sp>
      <p:sp>
        <p:nvSpPr>
          <p:cNvPr id="15" name="TextBox 24">
            <a:extLst>
              <a:ext uri="{FF2B5EF4-FFF2-40B4-BE49-F238E27FC236}">
                <a16:creationId xmlns:a16="http://schemas.microsoft.com/office/drawing/2014/main" id="{6D9AE1C8-FB20-00E3-6640-C1571F8A426E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1498902" y="5218669"/>
            <a:ext cx="2833372" cy="215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972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REPORT TABLES (OUTPUTS)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0B1BFE7-F8B8-990C-41B9-2EF419A8E0B9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1498902" y="5461572"/>
            <a:ext cx="2833372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Final reports for portfolio review and analysis</a:t>
            </a:r>
          </a:p>
        </p:txBody>
      </p:sp>
      <p:sp>
        <p:nvSpPr>
          <p:cNvPr id="18" name="Freeform 33">
            <a:extLst>
              <a:ext uri="{FF2B5EF4-FFF2-40B4-BE49-F238E27FC236}">
                <a16:creationId xmlns:a16="http://schemas.microsoft.com/office/drawing/2014/main" id="{A313A6FE-CFA5-A27E-11C1-210C08DAD51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4358032" y="2342915"/>
            <a:ext cx="2405766" cy="1182345"/>
          </a:xfrm>
          <a:custGeom>
            <a:avLst/>
            <a:gdLst>
              <a:gd name="T0" fmla="*/ 287 w 584"/>
              <a:gd name="T1" fmla="*/ 243 h 243"/>
              <a:gd name="T2" fmla="*/ 498 w 584"/>
              <a:gd name="T3" fmla="*/ 208 h 243"/>
              <a:gd name="T4" fmla="*/ 584 w 584"/>
              <a:gd name="T5" fmla="*/ 0 h 243"/>
              <a:gd name="T6" fmla="*/ 291 w 584"/>
              <a:gd name="T7" fmla="*/ 33 h 243"/>
              <a:gd name="T8" fmla="*/ 0 w 584"/>
              <a:gd name="T9" fmla="*/ 0 h 243"/>
              <a:gd name="T10" fmla="*/ 84 w 584"/>
              <a:gd name="T11" fmla="*/ 211 h 243"/>
              <a:gd name="T12" fmla="*/ 287 w 584"/>
              <a:gd name="T13" fmla="*/ 243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84" h="243">
                <a:moveTo>
                  <a:pt x="287" y="243"/>
                </a:moveTo>
                <a:cubicBezTo>
                  <a:pt x="379" y="243"/>
                  <a:pt x="458" y="229"/>
                  <a:pt x="498" y="208"/>
                </a:cubicBezTo>
                <a:cubicBezTo>
                  <a:pt x="519" y="141"/>
                  <a:pt x="547" y="71"/>
                  <a:pt x="584" y="0"/>
                </a:cubicBezTo>
                <a:cubicBezTo>
                  <a:pt x="526" y="19"/>
                  <a:pt x="417" y="33"/>
                  <a:pt x="291" y="33"/>
                </a:cubicBezTo>
                <a:cubicBezTo>
                  <a:pt x="167" y="33"/>
                  <a:pt x="59" y="20"/>
                  <a:pt x="0" y="0"/>
                </a:cubicBezTo>
                <a:cubicBezTo>
                  <a:pt x="29" y="60"/>
                  <a:pt x="59" y="130"/>
                  <a:pt x="84" y="211"/>
                </a:cubicBezTo>
                <a:cubicBezTo>
                  <a:pt x="125" y="231"/>
                  <a:pt x="201" y="243"/>
                  <a:pt x="287" y="243"/>
                </a:cubicBezTo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txBody>
          <a:bodyPr vert="horz" wrap="square" lIns="80168" tIns="40084" rIns="80168" bIns="4008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0" name="Group 9">
            <a:extLst>
              <a:ext uri="{FF2B5EF4-FFF2-40B4-BE49-F238E27FC236}">
                <a16:creationId xmlns:a16="http://schemas.microsoft.com/office/drawing/2014/main" id="{5E74D1E2-70CF-66F9-32A9-24B7747283AA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>
          <a:xfrm>
            <a:off x="3701902" y="786240"/>
            <a:ext cx="3718024" cy="1530545"/>
            <a:chOff x="3990355" y="1893606"/>
            <a:chExt cx="4208222" cy="1585474"/>
          </a:xfrm>
          <a:solidFill>
            <a:schemeClr val="bg2">
              <a:lumMod val="75000"/>
            </a:schemeClr>
          </a:solidFill>
        </p:grpSpPr>
        <p:sp>
          <p:nvSpPr>
            <p:cNvPr id="21" name="Freeform 31">
              <a:extLst>
                <a:ext uri="{FF2B5EF4-FFF2-40B4-BE49-F238E27FC236}">
                  <a16:creationId xmlns:a16="http://schemas.microsoft.com/office/drawing/2014/main" id="{CA0E4D63-D793-5687-42E0-0F0EA6BD9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0355" y="1893606"/>
              <a:ext cx="4208222" cy="612542"/>
            </a:xfrm>
            <a:custGeom>
              <a:avLst/>
              <a:gdLst>
                <a:gd name="T0" fmla="*/ 452 w 903"/>
                <a:gd name="T1" fmla="*/ 0 h 131"/>
                <a:gd name="T2" fmla="*/ 0 w 903"/>
                <a:gd name="T3" fmla="*/ 65 h 131"/>
                <a:gd name="T4" fmla="*/ 11 w 903"/>
                <a:gd name="T5" fmla="*/ 80 h 131"/>
                <a:gd name="T6" fmla="*/ 452 w 903"/>
                <a:gd name="T7" fmla="*/ 131 h 131"/>
                <a:gd name="T8" fmla="*/ 686 w 903"/>
                <a:gd name="T9" fmla="*/ 121 h 131"/>
                <a:gd name="T10" fmla="*/ 686 w 903"/>
                <a:gd name="T11" fmla="*/ 121 h 131"/>
                <a:gd name="T12" fmla="*/ 753 w 903"/>
                <a:gd name="T13" fmla="*/ 114 h 131"/>
                <a:gd name="T14" fmla="*/ 753 w 903"/>
                <a:gd name="T15" fmla="*/ 114 h 131"/>
                <a:gd name="T16" fmla="*/ 760 w 903"/>
                <a:gd name="T17" fmla="*/ 113 h 131"/>
                <a:gd name="T18" fmla="*/ 761 w 903"/>
                <a:gd name="T19" fmla="*/ 113 h 131"/>
                <a:gd name="T20" fmla="*/ 768 w 903"/>
                <a:gd name="T21" fmla="*/ 112 h 131"/>
                <a:gd name="T22" fmla="*/ 768 w 903"/>
                <a:gd name="T23" fmla="*/ 112 h 131"/>
                <a:gd name="T24" fmla="*/ 775 w 903"/>
                <a:gd name="T25" fmla="*/ 111 h 131"/>
                <a:gd name="T26" fmla="*/ 776 w 903"/>
                <a:gd name="T27" fmla="*/ 111 h 131"/>
                <a:gd name="T28" fmla="*/ 783 w 903"/>
                <a:gd name="T29" fmla="*/ 110 h 131"/>
                <a:gd name="T30" fmla="*/ 783 w 903"/>
                <a:gd name="T31" fmla="*/ 110 h 131"/>
                <a:gd name="T32" fmla="*/ 893 w 903"/>
                <a:gd name="T33" fmla="*/ 80 h 131"/>
                <a:gd name="T34" fmla="*/ 903 w 903"/>
                <a:gd name="T35" fmla="*/ 65 h 131"/>
                <a:gd name="T36" fmla="*/ 452 w 903"/>
                <a:gd name="T37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03" h="131">
                  <a:moveTo>
                    <a:pt x="452" y="0"/>
                  </a:moveTo>
                  <a:cubicBezTo>
                    <a:pt x="203" y="0"/>
                    <a:pt x="0" y="29"/>
                    <a:pt x="0" y="65"/>
                  </a:cubicBezTo>
                  <a:cubicBezTo>
                    <a:pt x="0" y="70"/>
                    <a:pt x="4" y="75"/>
                    <a:pt x="11" y="80"/>
                  </a:cubicBezTo>
                  <a:cubicBezTo>
                    <a:pt x="56" y="109"/>
                    <a:pt x="236" y="131"/>
                    <a:pt x="452" y="131"/>
                  </a:cubicBezTo>
                  <a:cubicBezTo>
                    <a:pt x="538" y="131"/>
                    <a:pt x="618" y="127"/>
                    <a:pt x="686" y="121"/>
                  </a:cubicBezTo>
                  <a:cubicBezTo>
                    <a:pt x="686" y="121"/>
                    <a:pt x="686" y="121"/>
                    <a:pt x="686" y="121"/>
                  </a:cubicBezTo>
                  <a:cubicBezTo>
                    <a:pt x="710" y="119"/>
                    <a:pt x="732" y="117"/>
                    <a:pt x="753" y="114"/>
                  </a:cubicBezTo>
                  <a:cubicBezTo>
                    <a:pt x="753" y="114"/>
                    <a:pt x="753" y="114"/>
                    <a:pt x="753" y="114"/>
                  </a:cubicBezTo>
                  <a:cubicBezTo>
                    <a:pt x="756" y="114"/>
                    <a:pt x="758" y="114"/>
                    <a:pt x="760" y="113"/>
                  </a:cubicBezTo>
                  <a:cubicBezTo>
                    <a:pt x="761" y="113"/>
                    <a:pt x="761" y="113"/>
                    <a:pt x="761" y="113"/>
                  </a:cubicBezTo>
                  <a:cubicBezTo>
                    <a:pt x="763" y="113"/>
                    <a:pt x="766" y="113"/>
                    <a:pt x="768" y="112"/>
                  </a:cubicBezTo>
                  <a:cubicBezTo>
                    <a:pt x="768" y="112"/>
                    <a:pt x="768" y="112"/>
                    <a:pt x="768" y="112"/>
                  </a:cubicBezTo>
                  <a:cubicBezTo>
                    <a:pt x="771" y="112"/>
                    <a:pt x="773" y="111"/>
                    <a:pt x="775" y="111"/>
                  </a:cubicBezTo>
                  <a:cubicBezTo>
                    <a:pt x="776" y="111"/>
                    <a:pt x="776" y="111"/>
                    <a:pt x="776" y="111"/>
                  </a:cubicBezTo>
                  <a:cubicBezTo>
                    <a:pt x="778" y="111"/>
                    <a:pt x="780" y="110"/>
                    <a:pt x="783" y="110"/>
                  </a:cubicBezTo>
                  <a:cubicBezTo>
                    <a:pt x="783" y="110"/>
                    <a:pt x="783" y="110"/>
                    <a:pt x="783" y="110"/>
                  </a:cubicBezTo>
                  <a:cubicBezTo>
                    <a:pt x="836" y="102"/>
                    <a:pt x="875" y="91"/>
                    <a:pt x="893" y="80"/>
                  </a:cubicBezTo>
                  <a:cubicBezTo>
                    <a:pt x="900" y="75"/>
                    <a:pt x="903" y="70"/>
                    <a:pt x="903" y="65"/>
                  </a:cubicBezTo>
                  <a:cubicBezTo>
                    <a:pt x="903" y="29"/>
                    <a:pt x="701" y="0"/>
                    <a:pt x="452" y="0"/>
                  </a:cubicBezTo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80168" tIns="40084" rIns="80168" bIns="400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1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Oval 32">
              <a:extLst>
                <a:ext uri="{FF2B5EF4-FFF2-40B4-BE49-F238E27FC236}">
                  <a16:creationId xmlns:a16="http://schemas.microsoft.com/office/drawing/2014/main" id="{7CAAB76B-7B5F-4713-82C1-7C553F945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31" y="2053551"/>
              <a:ext cx="2857153" cy="34139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80168" tIns="40084" rIns="80168" bIns="400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1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Freeform 35">
              <a:extLst>
                <a:ext uri="{FF2B5EF4-FFF2-40B4-BE49-F238E27FC236}">
                  <a16:creationId xmlns:a16="http://schemas.microsoft.com/office/drawing/2014/main" id="{F148FB96-7CE6-0256-9B39-FD84D3B2C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2625" y="2265430"/>
              <a:ext cx="4108687" cy="1213650"/>
            </a:xfrm>
            <a:custGeom>
              <a:avLst/>
              <a:gdLst>
                <a:gd name="T0" fmla="*/ 882 w 882"/>
                <a:gd name="T1" fmla="*/ 0 h 260"/>
                <a:gd name="T2" fmla="*/ 798 w 882"/>
                <a:gd name="T3" fmla="*/ 25 h 260"/>
                <a:gd name="T4" fmla="*/ 675 w 882"/>
                <a:gd name="T5" fmla="*/ 41 h 260"/>
                <a:gd name="T6" fmla="*/ 441 w 882"/>
                <a:gd name="T7" fmla="*/ 51 h 260"/>
                <a:gd name="T8" fmla="*/ 0 w 882"/>
                <a:gd name="T9" fmla="*/ 0 h 260"/>
                <a:gd name="T10" fmla="*/ 0 w 882"/>
                <a:gd name="T11" fmla="*/ 0 h 260"/>
                <a:gd name="T12" fmla="*/ 146 w 882"/>
                <a:gd name="T13" fmla="*/ 227 h 260"/>
                <a:gd name="T14" fmla="*/ 437 w 882"/>
                <a:gd name="T15" fmla="*/ 260 h 260"/>
                <a:gd name="T16" fmla="*/ 604 w 882"/>
                <a:gd name="T17" fmla="*/ 251 h 260"/>
                <a:gd name="T18" fmla="*/ 683 w 882"/>
                <a:gd name="T19" fmla="*/ 239 h 260"/>
                <a:gd name="T20" fmla="*/ 730 w 882"/>
                <a:gd name="T21" fmla="*/ 227 h 260"/>
                <a:gd name="T22" fmla="*/ 882 w 882"/>
                <a:gd name="T23" fmla="*/ 0 h 260"/>
                <a:gd name="T24" fmla="*/ 882 w 882"/>
                <a:gd name="T2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2" h="260">
                  <a:moveTo>
                    <a:pt x="882" y="0"/>
                  </a:moveTo>
                  <a:cubicBezTo>
                    <a:pt x="867" y="9"/>
                    <a:pt x="838" y="18"/>
                    <a:pt x="798" y="25"/>
                  </a:cubicBezTo>
                  <a:cubicBezTo>
                    <a:pt x="765" y="32"/>
                    <a:pt x="723" y="37"/>
                    <a:pt x="675" y="41"/>
                  </a:cubicBezTo>
                  <a:cubicBezTo>
                    <a:pt x="607" y="47"/>
                    <a:pt x="527" y="51"/>
                    <a:pt x="441" y="51"/>
                  </a:cubicBezTo>
                  <a:cubicBezTo>
                    <a:pt x="225" y="51"/>
                    <a:pt x="45" y="2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73" y="78"/>
                    <a:pt x="146" y="227"/>
                  </a:cubicBezTo>
                  <a:cubicBezTo>
                    <a:pt x="205" y="247"/>
                    <a:pt x="313" y="260"/>
                    <a:pt x="437" y="260"/>
                  </a:cubicBezTo>
                  <a:cubicBezTo>
                    <a:pt x="498" y="260"/>
                    <a:pt x="555" y="257"/>
                    <a:pt x="604" y="251"/>
                  </a:cubicBezTo>
                  <a:cubicBezTo>
                    <a:pt x="634" y="248"/>
                    <a:pt x="660" y="244"/>
                    <a:pt x="683" y="239"/>
                  </a:cubicBezTo>
                  <a:cubicBezTo>
                    <a:pt x="701" y="235"/>
                    <a:pt x="717" y="231"/>
                    <a:pt x="730" y="227"/>
                  </a:cubicBezTo>
                  <a:cubicBezTo>
                    <a:pt x="770" y="150"/>
                    <a:pt x="819" y="73"/>
                    <a:pt x="882" y="0"/>
                  </a:cubicBezTo>
                  <a:cubicBezTo>
                    <a:pt x="882" y="0"/>
                    <a:pt x="882" y="0"/>
                    <a:pt x="882" y="0"/>
                  </a:cubicBezTo>
                </a:path>
              </a:pathLst>
            </a:custGeom>
            <a:solidFill>
              <a:schemeClr val="accent4">
                <a:lumMod val="25000"/>
              </a:schemeClr>
            </a:solidFill>
            <a:ln>
              <a:noFill/>
            </a:ln>
          </p:spPr>
          <p:txBody>
            <a:bodyPr vert="horz" wrap="square" lIns="80168" tIns="40084" rIns="80168" bIns="400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1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68B6745B-CF33-344B-07A6-A52C7215B75D}"/>
              </a:ext>
            </a:extLst>
          </p:cNvPr>
          <p:cNvSpPr txBox="1">
            <a:spLocks/>
          </p:cNvSpPr>
          <p:nvPr/>
        </p:nvSpPr>
        <p:spPr>
          <a:xfrm>
            <a:off x="7334507" y="3804005"/>
            <a:ext cx="3651171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marR="0" lvl="0" indent="-1404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sp_portfolio_analysis</a:t>
            </a:r>
          </a:p>
          <a:p>
            <a:pPr marL="140400" marR="0" lvl="0" indent="-1404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sp_correlation</a:t>
            </a:r>
            <a:r>
              <a:rPr lang="en-US" sz="1200" noProof="0" dirty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_matrix</a:t>
            </a:r>
          </a:p>
          <a:p>
            <a:pPr marL="140400" marR="0" lvl="0" indent="-1404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p_correlation: Pearson across the portfolio</a:t>
            </a:r>
          </a:p>
          <a:p>
            <a:pPr marL="140400" marR="0" lvl="0" indent="-1404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sp_rebalanced_portfolio: new weights and metrics</a:t>
            </a:r>
          </a:p>
        </p:txBody>
      </p:sp>
      <p:sp>
        <p:nvSpPr>
          <p:cNvPr id="55" name="Gleichschenkliges Dreieck 15">
            <a:extLst>
              <a:ext uri="{FF2B5EF4-FFF2-40B4-BE49-F238E27FC236}">
                <a16:creationId xmlns:a16="http://schemas.microsoft.com/office/drawing/2014/main" id="{A3C87DAB-16C3-05CD-57E6-19BD8050F5BC}"/>
              </a:ext>
            </a:extLst>
          </p:cNvPr>
          <p:cNvSpPr>
            <a:spLocks noChangeAspect="1"/>
          </p:cNvSpPr>
          <p:nvPr/>
        </p:nvSpPr>
        <p:spPr>
          <a:xfrm rot="5400000">
            <a:off x="6923083" y="2840831"/>
            <a:ext cx="379843" cy="204274"/>
          </a:xfrm>
          <a:custGeom>
            <a:avLst/>
            <a:gdLst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  <a:gd name="connsiteX3" fmla="*/ 0 w 198882"/>
              <a:gd name="connsiteY3" fmla="*/ 113994 h 113994"/>
              <a:gd name="connsiteX0" fmla="*/ 0 w 198882"/>
              <a:gd name="connsiteY0" fmla="*/ 113994 h 205434"/>
              <a:gd name="connsiteX1" fmla="*/ 99441 w 198882"/>
              <a:gd name="connsiteY1" fmla="*/ 0 h 205434"/>
              <a:gd name="connsiteX2" fmla="*/ 198882 w 198882"/>
              <a:gd name="connsiteY2" fmla="*/ 113994 h 205434"/>
              <a:gd name="connsiteX3" fmla="*/ 91440 w 198882"/>
              <a:gd name="connsiteY3" fmla="*/ 205434 h 205434"/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882" h="113994">
                <a:moveTo>
                  <a:pt x="0" y="113994"/>
                </a:moveTo>
                <a:lnTo>
                  <a:pt x="99441" y="0"/>
                </a:lnTo>
                <a:lnTo>
                  <a:pt x="198882" y="113994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fik 46">
            <a:extLst>
              <a:ext uri="{FF2B5EF4-FFF2-40B4-BE49-F238E27FC236}">
                <a16:creationId xmlns:a16="http://schemas.microsoft.com/office/drawing/2014/main" id="{940D6CA0-4D20-DF1A-99FF-63004334EB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83488" y="5109898"/>
            <a:ext cx="639320" cy="639320"/>
          </a:xfrm>
          <a:prstGeom prst="rect">
            <a:avLst/>
          </a:prstGeom>
        </p:spPr>
      </p:pic>
      <p:pic>
        <p:nvPicPr>
          <p:cNvPr id="29" name="Graphic 28" descr="Processor outline">
            <a:extLst>
              <a:ext uri="{FF2B5EF4-FFF2-40B4-BE49-F238E27FC236}">
                <a16:creationId xmlns:a16="http://schemas.microsoft.com/office/drawing/2014/main" id="{52AA7BAA-D98B-D598-EAEA-F34FEF47E2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5219093" y="3870883"/>
            <a:ext cx="741767" cy="741767"/>
          </a:xfrm>
          <a:prstGeom prst="rect">
            <a:avLst/>
          </a:prstGeom>
        </p:spPr>
      </p:pic>
      <p:pic>
        <p:nvPicPr>
          <p:cNvPr id="30" name="Grafik 83">
            <a:extLst>
              <a:ext uri="{FF2B5EF4-FFF2-40B4-BE49-F238E27FC236}">
                <a16:creationId xmlns:a16="http://schemas.microsoft.com/office/drawing/2014/main" id="{FAB66FF8-2B63-41C8-B984-546FFFEB92F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100758" y="2510660"/>
            <a:ext cx="926004" cy="926004"/>
          </a:xfrm>
          <a:prstGeom prst="rect">
            <a:avLst/>
          </a:prstGeom>
        </p:spPr>
      </p:pic>
      <p:pic>
        <p:nvPicPr>
          <p:cNvPr id="31" name="Grafik 70">
            <a:extLst>
              <a:ext uri="{FF2B5EF4-FFF2-40B4-BE49-F238E27FC236}">
                <a16:creationId xmlns:a16="http://schemas.microsoft.com/office/drawing/2014/main" id="{7EED324B-8B60-A317-F870-F9C50BF934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24779" y="1498063"/>
            <a:ext cx="672271" cy="672271"/>
          </a:xfrm>
          <a:prstGeom prst="rect">
            <a:avLst/>
          </a:prstGeom>
        </p:spPr>
      </p:pic>
      <p:sp>
        <p:nvSpPr>
          <p:cNvPr id="32" name="Gleichschenkliges Dreieck 15">
            <a:extLst>
              <a:ext uri="{FF2B5EF4-FFF2-40B4-BE49-F238E27FC236}">
                <a16:creationId xmlns:a16="http://schemas.microsoft.com/office/drawing/2014/main" id="{546F975D-EC01-4BE1-0520-0041DC3D370E}"/>
              </a:ext>
            </a:extLst>
          </p:cNvPr>
          <p:cNvSpPr>
            <a:spLocks noChangeAspect="1"/>
          </p:cNvSpPr>
          <p:nvPr/>
        </p:nvSpPr>
        <p:spPr>
          <a:xfrm rot="5400000">
            <a:off x="6658998" y="4057976"/>
            <a:ext cx="379843" cy="204274"/>
          </a:xfrm>
          <a:custGeom>
            <a:avLst/>
            <a:gdLst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  <a:gd name="connsiteX3" fmla="*/ 0 w 198882"/>
              <a:gd name="connsiteY3" fmla="*/ 113994 h 113994"/>
              <a:gd name="connsiteX0" fmla="*/ 0 w 198882"/>
              <a:gd name="connsiteY0" fmla="*/ 113994 h 205434"/>
              <a:gd name="connsiteX1" fmla="*/ 99441 w 198882"/>
              <a:gd name="connsiteY1" fmla="*/ 0 h 205434"/>
              <a:gd name="connsiteX2" fmla="*/ 198882 w 198882"/>
              <a:gd name="connsiteY2" fmla="*/ 113994 h 205434"/>
              <a:gd name="connsiteX3" fmla="*/ 91440 w 198882"/>
              <a:gd name="connsiteY3" fmla="*/ 205434 h 205434"/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882" h="113994">
                <a:moveTo>
                  <a:pt x="0" y="113994"/>
                </a:moveTo>
                <a:lnTo>
                  <a:pt x="99441" y="0"/>
                </a:lnTo>
                <a:lnTo>
                  <a:pt x="198882" y="113994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Gleichschenkliges Dreieck 15">
            <a:extLst>
              <a:ext uri="{FF2B5EF4-FFF2-40B4-BE49-F238E27FC236}">
                <a16:creationId xmlns:a16="http://schemas.microsoft.com/office/drawing/2014/main" id="{018ABA15-6130-432E-8E1B-06927BA908E2}"/>
              </a:ext>
            </a:extLst>
          </p:cNvPr>
          <p:cNvSpPr>
            <a:spLocks noChangeAspect="1"/>
          </p:cNvSpPr>
          <p:nvPr/>
        </p:nvSpPr>
        <p:spPr>
          <a:xfrm rot="5400000">
            <a:off x="6364793" y="5394625"/>
            <a:ext cx="379843" cy="204274"/>
          </a:xfrm>
          <a:custGeom>
            <a:avLst/>
            <a:gdLst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  <a:gd name="connsiteX3" fmla="*/ 0 w 198882"/>
              <a:gd name="connsiteY3" fmla="*/ 113994 h 113994"/>
              <a:gd name="connsiteX0" fmla="*/ 0 w 198882"/>
              <a:gd name="connsiteY0" fmla="*/ 113994 h 205434"/>
              <a:gd name="connsiteX1" fmla="*/ 99441 w 198882"/>
              <a:gd name="connsiteY1" fmla="*/ 0 h 205434"/>
              <a:gd name="connsiteX2" fmla="*/ 198882 w 198882"/>
              <a:gd name="connsiteY2" fmla="*/ 113994 h 205434"/>
              <a:gd name="connsiteX3" fmla="*/ 91440 w 198882"/>
              <a:gd name="connsiteY3" fmla="*/ 205434 h 205434"/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882" h="113994">
                <a:moveTo>
                  <a:pt x="0" y="113994"/>
                </a:moveTo>
                <a:lnTo>
                  <a:pt x="99441" y="0"/>
                </a:lnTo>
                <a:lnTo>
                  <a:pt x="198882" y="113994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AEA80A83-7888-AAA4-5367-0E0DB2270CE5}"/>
              </a:ext>
            </a:extLst>
          </p:cNvPr>
          <p:cNvSpPr txBox="1">
            <a:spLocks/>
          </p:cNvSpPr>
          <p:nvPr/>
        </p:nvSpPr>
        <p:spPr>
          <a:xfrm>
            <a:off x="7062383" y="5078754"/>
            <a:ext cx="2326315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marR="0" lvl="0" indent="-1404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noProof="0" dirty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pt_stats</a:t>
            </a:r>
          </a:p>
          <a:p>
            <a:pPr marL="140400" marR="0" lvl="0" indent="-1404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noProof="0" dirty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pt_portfolio_summary</a:t>
            </a:r>
            <a:endParaRPr lang="en-US" sz="1200" noProof="0" dirty="0">
              <a:solidFill>
                <a:srgbClr val="08080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0400" marR="0" lvl="0" indent="-1404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noProof="0" dirty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pt_correlation_matrix</a:t>
            </a:r>
          </a:p>
          <a:p>
            <a:pPr marL="140400" marR="0" lvl="0" indent="-1404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noProof="0" dirty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pt_correlation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E2708F5C-C8B5-161E-7627-706DED48CBE7}"/>
              </a:ext>
            </a:extLst>
          </p:cNvPr>
          <p:cNvSpPr txBox="1">
            <a:spLocks/>
          </p:cNvSpPr>
          <p:nvPr/>
        </p:nvSpPr>
        <p:spPr>
          <a:xfrm>
            <a:off x="7581386" y="2694487"/>
            <a:ext cx="3468687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lvl="0" indent="-140400">
              <a:spcBef>
                <a:spcPts val="0"/>
              </a:spcBef>
              <a:defRPr/>
            </a:pPr>
            <a:r>
              <a:rPr lang="en-US" sz="1200" dirty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schema: paloalto_client</a:t>
            </a:r>
          </a:p>
          <a:p>
            <a:pPr marL="140400" marR="0" lvl="0" indent="-1404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dim_client, dim_ticker, dim_rebalanced_weights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0400" lvl="0" indent="-140400">
              <a:spcBef>
                <a:spcPts val="0"/>
              </a:spcBef>
            </a:pPr>
            <a:r>
              <a:rPr lang="en-US" sz="1200" dirty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fct_holdings, 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ct_pricing_daily, </a:t>
            </a:r>
            <a:r>
              <a:rPr lang="en-US" sz="1200" dirty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ct_daily_ror</a:t>
            </a: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E9B62B1-4305-EAF5-357B-A8ABCB3DD61A}"/>
              </a:ext>
            </a:extLst>
          </p:cNvPr>
          <p:cNvSpPr txBox="1">
            <a:spLocks/>
          </p:cNvSpPr>
          <p:nvPr/>
        </p:nvSpPr>
        <p:spPr>
          <a:xfrm>
            <a:off x="7865838" y="1472779"/>
            <a:ext cx="2331547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marR="0" lvl="0" indent="-1404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 client portfolio tickers</a:t>
            </a:r>
          </a:p>
          <a:p>
            <a:pPr marL="140400" marR="0" lvl="0" indent="-1404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benchmark tickers</a:t>
            </a:r>
          </a:p>
        </p:txBody>
      </p:sp>
      <p:sp>
        <p:nvSpPr>
          <p:cNvPr id="38" name="Gleichschenkliges Dreieck 15">
            <a:extLst>
              <a:ext uri="{FF2B5EF4-FFF2-40B4-BE49-F238E27FC236}">
                <a16:creationId xmlns:a16="http://schemas.microsoft.com/office/drawing/2014/main" id="{3DC3BE02-F02B-3860-8250-955086769D32}"/>
              </a:ext>
            </a:extLst>
          </p:cNvPr>
          <p:cNvSpPr>
            <a:spLocks noChangeAspect="1"/>
          </p:cNvSpPr>
          <p:nvPr/>
        </p:nvSpPr>
        <p:spPr>
          <a:xfrm rot="5400000">
            <a:off x="7368193" y="1586086"/>
            <a:ext cx="379843" cy="204274"/>
          </a:xfrm>
          <a:custGeom>
            <a:avLst/>
            <a:gdLst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  <a:gd name="connsiteX3" fmla="*/ 0 w 198882"/>
              <a:gd name="connsiteY3" fmla="*/ 113994 h 113994"/>
              <a:gd name="connsiteX0" fmla="*/ 0 w 198882"/>
              <a:gd name="connsiteY0" fmla="*/ 113994 h 205434"/>
              <a:gd name="connsiteX1" fmla="*/ 99441 w 198882"/>
              <a:gd name="connsiteY1" fmla="*/ 0 h 205434"/>
              <a:gd name="connsiteX2" fmla="*/ 198882 w 198882"/>
              <a:gd name="connsiteY2" fmla="*/ 113994 h 205434"/>
              <a:gd name="connsiteX3" fmla="*/ 91440 w 198882"/>
              <a:gd name="connsiteY3" fmla="*/ 205434 h 205434"/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882" h="113994">
                <a:moveTo>
                  <a:pt x="0" y="113994"/>
                </a:moveTo>
                <a:lnTo>
                  <a:pt x="99441" y="0"/>
                </a:lnTo>
                <a:lnTo>
                  <a:pt x="198882" y="113994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126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Funnel II</a:t>
            </a:r>
          </a:p>
        </p:txBody>
      </p:sp>
      <p:grpSp>
        <p:nvGrpSpPr>
          <p:cNvPr id="2" name="Gruppieren 41">
            <a:extLst>
              <a:ext uri="{FF2B5EF4-FFF2-40B4-BE49-F238E27FC236}">
                <a16:creationId xmlns:a16="http://schemas.microsoft.com/office/drawing/2014/main" id="{033E6FBD-D4D7-3B86-55B0-A8FEDBE27F3E}"/>
              </a:ext>
            </a:extLst>
          </p:cNvPr>
          <p:cNvGrpSpPr>
            <a:grpSpLocks/>
          </p:cNvGrpSpPr>
          <p:nvPr/>
        </p:nvGrpSpPr>
        <p:grpSpPr>
          <a:xfrm>
            <a:off x="1413832" y="2270260"/>
            <a:ext cx="2833372" cy="673305"/>
            <a:chOff x="1101249" y="1981108"/>
            <a:chExt cx="2895398" cy="688045"/>
          </a:xfrm>
        </p:grpSpPr>
        <p:sp>
          <p:nvSpPr>
            <p:cNvPr id="3" name="TextBox 17">
              <a:extLst>
                <a:ext uri="{FF2B5EF4-FFF2-40B4-BE49-F238E27FC236}">
                  <a16:creationId xmlns:a16="http://schemas.microsoft.com/office/drawing/2014/main" id="{A80EA349-36C8-72B9-C542-41C9B7915B37}"/>
                </a:ext>
              </a:extLst>
            </p:cNvPr>
            <p:cNvSpPr txBox="1">
              <a:spLocks/>
            </p:cNvSpPr>
            <p:nvPr>
              <p:custDataLst>
                <p:tags r:id="rId10"/>
              </p:custDataLst>
            </p:nvPr>
          </p:nvSpPr>
          <p:spPr>
            <a:xfrm>
              <a:off x="1101249" y="1981108"/>
              <a:ext cx="2895398" cy="2201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dirty="0">
                  <a:solidFill>
                    <a:schemeClr val="accent1"/>
                  </a:solidFill>
                  <a:sym typeface="Futura"/>
                </a:rPr>
                <a:t>Lorem Ipsum</a:t>
              </a:r>
            </a:p>
          </p:txBody>
        </p:sp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18385E52-A066-7852-58C8-3B253E86A668}"/>
                </a:ext>
              </a:extLst>
            </p:cNvPr>
            <p:cNvSpPr txBox="1">
              <a:spLocks/>
            </p:cNvSpPr>
            <p:nvPr>
              <p:custDataLst>
                <p:tags r:id="rId11"/>
              </p:custDataLst>
            </p:nvPr>
          </p:nvSpPr>
          <p:spPr>
            <a:xfrm>
              <a:off x="1101249" y="2228833"/>
              <a:ext cx="2895398" cy="4403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Lorem ipsum dolor sit amet,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consectetur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adipisici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elit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, sed</a:t>
              </a:r>
            </a:p>
          </p:txBody>
        </p:sp>
      </p:grpSp>
      <p:grpSp>
        <p:nvGrpSpPr>
          <p:cNvPr id="6" name="Gruppieren 40">
            <a:extLst>
              <a:ext uri="{FF2B5EF4-FFF2-40B4-BE49-F238E27FC236}">
                <a16:creationId xmlns:a16="http://schemas.microsoft.com/office/drawing/2014/main" id="{99E1ACA3-D686-BE88-CC11-70877B7E6942}"/>
              </a:ext>
            </a:extLst>
          </p:cNvPr>
          <p:cNvGrpSpPr>
            <a:grpSpLocks/>
          </p:cNvGrpSpPr>
          <p:nvPr/>
        </p:nvGrpSpPr>
        <p:grpSpPr>
          <a:xfrm>
            <a:off x="1413832" y="3308023"/>
            <a:ext cx="2833372" cy="673305"/>
            <a:chOff x="1101249" y="2865810"/>
            <a:chExt cx="2895398" cy="688045"/>
          </a:xfrm>
        </p:grpSpPr>
        <p:sp>
          <p:nvSpPr>
            <p:cNvPr id="7" name="TextBox 19">
              <a:extLst>
                <a:ext uri="{FF2B5EF4-FFF2-40B4-BE49-F238E27FC236}">
                  <a16:creationId xmlns:a16="http://schemas.microsoft.com/office/drawing/2014/main" id="{BE95A74E-80B5-DA8F-C1C9-760858D32217}"/>
                </a:ext>
              </a:extLst>
            </p:cNvPr>
            <p:cNvSpPr txBox="1">
              <a:spLocks/>
            </p:cNvSpPr>
            <p:nvPr>
              <p:custDataLst>
                <p:tags r:id="rId8"/>
              </p:custDataLst>
            </p:nvPr>
          </p:nvSpPr>
          <p:spPr>
            <a:xfrm>
              <a:off x="1101249" y="2865810"/>
              <a:ext cx="2895398" cy="2201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defRPr/>
              </a:pPr>
              <a:r>
                <a:rPr lang="en-US" sz="1400" b="1">
                  <a:solidFill>
                    <a:schemeClr val="accent1"/>
                  </a:solidFill>
                  <a:sym typeface="Futura"/>
                </a:rPr>
                <a:t>Lorem Ipsum</a:t>
              </a:r>
            </a:p>
          </p:txBody>
        </p:sp>
        <p:sp>
          <p:nvSpPr>
            <p:cNvPr id="9" name="Subtitle 2">
              <a:extLst>
                <a:ext uri="{FF2B5EF4-FFF2-40B4-BE49-F238E27FC236}">
                  <a16:creationId xmlns:a16="http://schemas.microsoft.com/office/drawing/2014/main" id="{8B87CF97-7597-B0F5-3DD7-AF81AAF4F3D7}"/>
                </a:ext>
              </a:extLst>
            </p:cNvPr>
            <p:cNvSpPr txBox="1">
              <a:spLocks/>
            </p:cNvSpPr>
            <p:nvPr>
              <p:custDataLst>
                <p:tags r:id="rId9"/>
              </p:custDataLst>
            </p:nvPr>
          </p:nvSpPr>
          <p:spPr>
            <a:xfrm>
              <a:off x="1101249" y="3113535"/>
              <a:ext cx="2895398" cy="4403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914400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Lorem ipsum dolor sit amet,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consectetur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adipisici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elit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, sed</a:t>
              </a:r>
            </a:p>
          </p:txBody>
        </p:sp>
      </p:grpSp>
      <p:grpSp>
        <p:nvGrpSpPr>
          <p:cNvPr id="11" name="Gruppieren 42">
            <a:extLst>
              <a:ext uri="{FF2B5EF4-FFF2-40B4-BE49-F238E27FC236}">
                <a16:creationId xmlns:a16="http://schemas.microsoft.com/office/drawing/2014/main" id="{F0DFEC50-D728-3096-A918-69ED0C9CA774}"/>
              </a:ext>
            </a:extLst>
          </p:cNvPr>
          <p:cNvGrpSpPr>
            <a:grpSpLocks/>
          </p:cNvGrpSpPr>
          <p:nvPr/>
        </p:nvGrpSpPr>
        <p:grpSpPr>
          <a:xfrm>
            <a:off x="1413832" y="4345786"/>
            <a:ext cx="2833372" cy="673305"/>
            <a:chOff x="1101249" y="3991568"/>
            <a:chExt cx="2895398" cy="688045"/>
          </a:xfrm>
        </p:grpSpPr>
        <p:sp>
          <p:nvSpPr>
            <p:cNvPr id="12" name="TextBox 21">
              <a:extLst>
                <a:ext uri="{FF2B5EF4-FFF2-40B4-BE49-F238E27FC236}">
                  <a16:creationId xmlns:a16="http://schemas.microsoft.com/office/drawing/2014/main" id="{33630B64-D632-EA32-F8F9-A53503924F9F}"/>
                </a:ext>
              </a:extLst>
            </p:cNvPr>
            <p:cNvSpPr txBox="1">
              <a:spLocks/>
            </p:cNvSpPr>
            <p:nvPr>
              <p:custDataLst>
                <p:tags r:id="rId6"/>
              </p:custDataLst>
            </p:nvPr>
          </p:nvSpPr>
          <p:spPr>
            <a:xfrm>
              <a:off x="1101249" y="3991568"/>
              <a:ext cx="2895398" cy="2201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defRPr/>
              </a:pPr>
              <a:r>
                <a:rPr lang="en-US" sz="1400" b="1">
                  <a:solidFill>
                    <a:schemeClr val="accent1"/>
                  </a:solidFill>
                  <a:sym typeface="Futura"/>
                </a:rPr>
                <a:t>Lorem Ipsum</a:t>
              </a:r>
            </a:p>
          </p:txBody>
        </p:sp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C18BDAA6-0F40-843B-89AF-E2C9F5E10E33}"/>
                </a:ext>
              </a:extLst>
            </p:cNvPr>
            <p:cNvSpPr txBox="1">
              <a:spLocks/>
            </p:cNvSpPr>
            <p:nvPr>
              <p:custDataLst>
                <p:tags r:id="rId7"/>
              </p:custDataLst>
            </p:nvPr>
          </p:nvSpPr>
          <p:spPr>
            <a:xfrm>
              <a:off x="1101249" y="4239293"/>
              <a:ext cx="2895398" cy="4403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914400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Lorem ipsum dolor sit amet,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consectetur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adipisici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elit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, sed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162BD06-CEF0-C2D4-E7C6-812A4D922FBF}"/>
              </a:ext>
            </a:extLst>
          </p:cNvPr>
          <p:cNvGrpSpPr/>
          <p:nvPr/>
        </p:nvGrpSpPr>
        <p:grpSpPr>
          <a:xfrm>
            <a:off x="1413832" y="5383548"/>
            <a:ext cx="2833372" cy="673790"/>
            <a:chOff x="1413832" y="5379773"/>
            <a:chExt cx="2833372" cy="673790"/>
          </a:xfrm>
        </p:grpSpPr>
        <p:sp>
          <p:nvSpPr>
            <p:cNvPr id="15" name="TextBox 24">
              <a:extLst>
                <a:ext uri="{FF2B5EF4-FFF2-40B4-BE49-F238E27FC236}">
                  <a16:creationId xmlns:a16="http://schemas.microsoft.com/office/drawing/2014/main" id="{6D9AE1C8-FB20-00E3-6640-C1571F8A426E}"/>
                </a:ext>
              </a:extLst>
            </p:cNvPr>
            <p:cNvSpPr txBox="1">
              <a:spLocks/>
            </p:cNvSpPr>
            <p:nvPr>
              <p:custDataLst>
                <p:tags r:id="rId4"/>
              </p:custDataLst>
            </p:nvPr>
          </p:nvSpPr>
          <p:spPr>
            <a:xfrm>
              <a:off x="1413832" y="5379773"/>
              <a:ext cx="2833372" cy="215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defRPr/>
              </a:pPr>
              <a:r>
                <a:rPr lang="en-US" sz="1400" b="1">
                  <a:solidFill>
                    <a:schemeClr val="accent1"/>
                  </a:solidFill>
                </a:rPr>
                <a:t>Lorem Ipsum</a:t>
              </a:r>
            </a:p>
          </p:txBody>
        </p:sp>
        <p:sp>
          <p:nvSpPr>
            <p:cNvPr id="16" name="Subtitle 2">
              <a:extLst>
                <a:ext uri="{FF2B5EF4-FFF2-40B4-BE49-F238E27FC236}">
                  <a16:creationId xmlns:a16="http://schemas.microsoft.com/office/drawing/2014/main" id="{40B1BFE7-F8B8-990C-41B9-2EF419A8E0B9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>
            <a:xfrm>
              <a:off x="1413832" y="5622676"/>
              <a:ext cx="2833372" cy="43088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914400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Lorem ipsum dolor sit amet,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consectetur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adipisici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elit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, sed</a:t>
              </a:r>
            </a:p>
          </p:txBody>
        </p:sp>
      </p:grpSp>
      <p:sp>
        <p:nvSpPr>
          <p:cNvPr id="17" name="TextBox 27">
            <a:extLst>
              <a:ext uri="{FF2B5EF4-FFF2-40B4-BE49-F238E27FC236}">
                <a16:creationId xmlns:a16="http://schemas.microsoft.com/office/drawing/2014/main" id="{A48BAC46-9E0B-C470-9B57-322988D6CDB6}"/>
              </a:ext>
            </a:extLst>
          </p:cNvPr>
          <p:cNvSpPr txBox="1">
            <a:spLocks/>
          </p:cNvSpPr>
          <p:nvPr/>
        </p:nvSpPr>
        <p:spPr>
          <a:xfrm>
            <a:off x="8305245" y="3648348"/>
            <a:ext cx="3358071" cy="3614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R="0" lvl="0" fontAlgn="auto"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US" sz="2400">
                <a:sym typeface="Futura"/>
              </a:rPr>
              <a:t>Lorem Ipsum</a:t>
            </a:r>
          </a:p>
        </p:txBody>
      </p:sp>
      <p:sp>
        <p:nvSpPr>
          <p:cNvPr id="18" name="Freeform 33">
            <a:extLst>
              <a:ext uri="{FF2B5EF4-FFF2-40B4-BE49-F238E27FC236}">
                <a16:creationId xmlns:a16="http://schemas.microsoft.com/office/drawing/2014/main" id="{A313A6FE-CFA5-A27E-11C1-210C08DAD51A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4902522" y="3043422"/>
            <a:ext cx="2405766" cy="1182345"/>
          </a:xfrm>
          <a:custGeom>
            <a:avLst/>
            <a:gdLst>
              <a:gd name="T0" fmla="*/ 287 w 584"/>
              <a:gd name="T1" fmla="*/ 243 h 243"/>
              <a:gd name="T2" fmla="*/ 498 w 584"/>
              <a:gd name="T3" fmla="*/ 208 h 243"/>
              <a:gd name="T4" fmla="*/ 584 w 584"/>
              <a:gd name="T5" fmla="*/ 0 h 243"/>
              <a:gd name="T6" fmla="*/ 291 w 584"/>
              <a:gd name="T7" fmla="*/ 33 h 243"/>
              <a:gd name="T8" fmla="*/ 0 w 584"/>
              <a:gd name="T9" fmla="*/ 0 h 243"/>
              <a:gd name="T10" fmla="*/ 84 w 584"/>
              <a:gd name="T11" fmla="*/ 211 h 243"/>
              <a:gd name="T12" fmla="*/ 287 w 584"/>
              <a:gd name="T13" fmla="*/ 243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84" h="243">
                <a:moveTo>
                  <a:pt x="287" y="243"/>
                </a:moveTo>
                <a:cubicBezTo>
                  <a:pt x="379" y="243"/>
                  <a:pt x="458" y="229"/>
                  <a:pt x="498" y="208"/>
                </a:cubicBezTo>
                <a:cubicBezTo>
                  <a:pt x="519" y="141"/>
                  <a:pt x="547" y="71"/>
                  <a:pt x="584" y="0"/>
                </a:cubicBezTo>
                <a:cubicBezTo>
                  <a:pt x="526" y="19"/>
                  <a:pt x="417" y="33"/>
                  <a:pt x="291" y="33"/>
                </a:cubicBezTo>
                <a:cubicBezTo>
                  <a:pt x="167" y="33"/>
                  <a:pt x="59" y="20"/>
                  <a:pt x="0" y="0"/>
                </a:cubicBezTo>
                <a:cubicBezTo>
                  <a:pt x="29" y="60"/>
                  <a:pt x="59" y="130"/>
                  <a:pt x="84" y="211"/>
                </a:cubicBezTo>
                <a:cubicBezTo>
                  <a:pt x="125" y="231"/>
                  <a:pt x="201" y="243"/>
                  <a:pt x="287" y="243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80168" tIns="40084" rIns="80168" bIns="4008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5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9" name="Freeform 34">
            <a:extLst>
              <a:ext uri="{FF2B5EF4-FFF2-40B4-BE49-F238E27FC236}">
                <a16:creationId xmlns:a16="http://schemas.microsoft.com/office/drawing/2014/main" id="{A3949B83-9404-D89E-A931-BDDD784E8E66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247342" y="4056721"/>
            <a:ext cx="1705827" cy="1167033"/>
          </a:xfrm>
          <a:custGeom>
            <a:avLst/>
            <a:gdLst>
              <a:gd name="T0" fmla="*/ 203 w 414"/>
              <a:gd name="T1" fmla="*/ 35 h 240"/>
              <a:gd name="T2" fmla="*/ 0 w 414"/>
              <a:gd name="T3" fmla="*/ 3 h 240"/>
              <a:gd name="T4" fmla="*/ 46 w 414"/>
              <a:gd name="T5" fmla="*/ 204 h 240"/>
              <a:gd name="T6" fmla="*/ 49 w 414"/>
              <a:gd name="T7" fmla="*/ 215 h 240"/>
              <a:gd name="T8" fmla="*/ 205 w 414"/>
              <a:gd name="T9" fmla="*/ 240 h 240"/>
              <a:gd name="T10" fmla="*/ 354 w 414"/>
              <a:gd name="T11" fmla="*/ 217 h 240"/>
              <a:gd name="T12" fmla="*/ 362 w 414"/>
              <a:gd name="T13" fmla="*/ 214 h 240"/>
              <a:gd name="T14" fmla="*/ 376 w 414"/>
              <a:gd name="T15" fmla="*/ 139 h 240"/>
              <a:gd name="T16" fmla="*/ 414 w 414"/>
              <a:gd name="T17" fmla="*/ 0 h 240"/>
              <a:gd name="T18" fmla="*/ 203 w 414"/>
              <a:gd name="T19" fmla="*/ 35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4" h="240">
                <a:moveTo>
                  <a:pt x="203" y="35"/>
                </a:moveTo>
                <a:cubicBezTo>
                  <a:pt x="117" y="35"/>
                  <a:pt x="41" y="23"/>
                  <a:pt x="0" y="3"/>
                </a:cubicBezTo>
                <a:cubicBezTo>
                  <a:pt x="18" y="64"/>
                  <a:pt x="35" y="131"/>
                  <a:pt x="46" y="204"/>
                </a:cubicBezTo>
                <a:cubicBezTo>
                  <a:pt x="47" y="208"/>
                  <a:pt x="48" y="211"/>
                  <a:pt x="49" y="215"/>
                </a:cubicBezTo>
                <a:cubicBezTo>
                  <a:pt x="85" y="230"/>
                  <a:pt x="142" y="240"/>
                  <a:pt x="205" y="240"/>
                </a:cubicBezTo>
                <a:cubicBezTo>
                  <a:pt x="264" y="240"/>
                  <a:pt x="317" y="231"/>
                  <a:pt x="354" y="217"/>
                </a:cubicBezTo>
                <a:cubicBezTo>
                  <a:pt x="357" y="216"/>
                  <a:pt x="359" y="215"/>
                  <a:pt x="362" y="214"/>
                </a:cubicBezTo>
                <a:cubicBezTo>
                  <a:pt x="366" y="190"/>
                  <a:pt x="371" y="165"/>
                  <a:pt x="376" y="139"/>
                </a:cubicBezTo>
                <a:cubicBezTo>
                  <a:pt x="386" y="96"/>
                  <a:pt x="398" y="49"/>
                  <a:pt x="414" y="0"/>
                </a:cubicBezTo>
                <a:cubicBezTo>
                  <a:pt x="374" y="21"/>
                  <a:pt x="295" y="35"/>
                  <a:pt x="203" y="35"/>
                </a:cubicBezTo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</p:spPr>
        <p:txBody>
          <a:bodyPr vert="horz" wrap="square" lIns="80168" tIns="40084" rIns="80168" bIns="4008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5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20" name="Group 9">
            <a:extLst>
              <a:ext uri="{FF2B5EF4-FFF2-40B4-BE49-F238E27FC236}">
                <a16:creationId xmlns:a16="http://schemas.microsoft.com/office/drawing/2014/main" id="{5E74D1E2-70CF-66F9-32A9-24B7747283AA}"/>
              </a:ext>
            </a:extLst>
          </p:cNvPr>
          <p:cNvGrpSpPr>
            <a:grpSpLocks/>
          </p:cNvGrpSpPr>
          <p:nvPr>
            <p:custDataLst>
              <p:tags r:id="rId3"/>
            </p:custDataLst>
          </p:nvPr>
        </p:nvGrpSpPr>
        <p:grpSpPr>
          <a:xfrm>
            <a:off x="4255513" y="1557338"/>
            <a:ext cx="3718024" cy="1651254"/>
            <a:chOff x="3990355" y="1893606"/>
            <a:chExt cx="4208222" cy="1585475"/>
          </a:xfrm>
          <a:solidFill>
            <a:schemeClr val="bg2">
              <a:lumMod val="75000"/>
            </a:schemeClr>
          </a:solidFill>
        </p:grpSpPr>
        <p:sp>
          <p:nvSpPr>
            <p:cNvPr id="21" name="Freeform 31">
              <a:extLst>
                <a:ext uri="{FF2B5EF4-FFF2-40B4-BE49-F238E27FC236}">
                  <a16:creationId xmlns:a16="http://schemas.microsoft.com/office/drawing/2014/main" id="{CA0E4D63-D793-5687-42E0-0F0EA6BD9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0355" y="1893606"/>
              <a:ext cx="4208222" cy="612542"/>
            </a:xfrm>
            <a:custGeom>
              <a:avLst/>
              <a:gdLst>
                <a:gd name="T0" fmla="*/ 452 w 903"/>
                <a:gd name="T1" fmla="*/ 0 h 131"/>
                <a:gd name="T2" fmla="*/ 0 w 903"/>
                <a:gd name="T3" fmla="*/ 65 h 131"/>
                <a:gd name="T4" fmla="*/ 11 w 903"/>
                <a:gd name="T5" fmla="*/ 80 h 131"/>
                <a:gd name="T6" fmla="*/ 452 w 903"/>
                <a:gd name="T7" fmla="*/ 131 h 131"/>
                <a:gd name="T8" fmla="*/ 686 w 903"/>
                <a:gd name="T9" fmla="*/ 121 h 131"/>
                <a:gd name="T10" fmla="*/ 686 w 903"/>
                <a:gd name="T11" fmla="*/ 121 h 131"/>
                <a:gd name="T12" fmla="*/ 753 w 903"/>
                <a:gd name="T13" fmla="*/ 114 h 131"/>
                <a:gd name="T14" fmla="*/ 753 w 903"/>
                <a:gd name="T15" fmla="*/ 114 h 131"/>
                <a:gd name="T16" fmla="*/ 760 w 903"/>
                <a:gd name="T17" fmla="*/ 113 h 131"/>
                <a:gd name="T18" fmla="*/ 761 w 903"/>
                <a:gd name="T19" fmla="*/ 113 h 131"/>
                <a:gd name="T20" fmla="*/ 768 w 903"/>
                <a:gd name="T21" fmla="*/ 112 h 131"/>
                <a:gd name="T22" fmla="*/ 768 w 903"/>
                <a:gd name="T23" fmla="*/ 112 h 131"/>
                <a:gd name="T24" fmla="*/ 775 w 903"/>
                <a:gd name="T25" fmla="*/ 111 h 131"/>
                <a:gd name="T26" fmla="*/ 776 w 903"/>
                <a:gd name="T27" fmla="*/ 111 h 131"/>
                <a:gd name="T28" fmla="*/ 783 w 903"/>
                <a:gd name="T29" fmla="*/ 110 h 131"/>
                <a:gd name="T30" fmla="*/ 783 w 903"/>
                <a:gd name="T31" fmla="*/ 110 h 131"/>
                <a:gd name="T32" fmla="*/ 893 w 903"/>
                <a:gd name="T33" fmla="*/ 80 h 131"/>
                <a:gd name="T34" fmla="*/ 903 w 903"/>
                <a:gd name="T35" fmla="*/ 65 h 131"/>
                <a:gd name="T36" fmla="*/ 452 w 903"/>
                <a:gd name="T37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03" h="131">
                  <a:moveTo>
                    <a:pt x="452" y="0"/>
                  </a:moveTo>
                  <a:cubicBezTo>
                    <a:pt x="203" y="0"/>
                    <a:pt x="0" y="29"/>
                    <a:pt x="0" y="65"/>
                  </a:cubicBezTo>
                  <a:cubicBezTo>
                    <a:pt x="0" y="70"/>
                    <a:pt x="4" y="75"/>
                    <a:pt x="11" y="80"/>
                  </a:cubicBezTo>
                  <a:cubicBezTo>
                    <a:pt x="56" y="109"/>
                    <a:pt x="236" y="131"/>
                    <a:pt x="452" y="131"/>
                  </a:cubicBezTo>
                  <a:cubicBezTo>
                    <a:pt x="538" y="131"/>
                    <a:pt x="618" y="127"/>
                    <a:pt x="686" y="121"/>
                  </a:cubicBezTo>
                  <a:cubicBezTo>
                    <a:pt x="686" y="121"/>
                    <a:pt x="686" y="121"/>
                    <a:pt x="686" y="121"/>
                  </a:cubicBezTo>
                  <a:cubicBezTo>
                    <a:pt x="710" y="119"/>
                    <a:pt x="732" y="117"/>
                    <a:pt x="753" y="114"/>
                  </a:cubicBezTo>
                  <a:cubicBezTo>
                    <a:pt x="753" y="114"/>
                    <a:pt x="753" y="114"/>
                    <a:pt x="753" y="114"/>
                  </a:cubicBezTo>
                  <a:cubicBezTo>
                    <a:pt x="756" y="114"/>
                    <a:pt x="758" y="114"/>
                    <a:pt x="760" y="113"/>
                  </a:cubicBezTo>
                  <a:cubicBezTo>
                    <a:pt x="761" y="113"/>
                    <a:pt x="761" y="113"/>
                    <a:pt x="761" y="113"/>
                  </a:cubicBezTo>
                  <a:cubicBezTo>
                    <a:pt x="763" y="113"/>
                    <a:pt x="766" y="113"/>
                    <a:pt x="768" y="112"/>
                  </a:cubicBezTo>
                  <a:cubicBezTo>
                    <a:pt x="768" y="112"/>
                    <a:pt x="768" y="112"/>
                    <a:pt x="768" y="112"/>
                  </a:cubicBezTo>
                  <a:cubicBezTo>
                    <a:pt x="771" y="112"/>
                    <a:pt x="773" y="111"/>
                    <a:pt x="775" y="111"/>
                  </a:cubicBezTo>
                  <a:cubicBezTo>
                    <a:pt x="776" y="111"/>
                    <a:pt x="776" y="111"/>
                    <a:pt x="776" y="111"/>
                  </a:cubicBezTo>
                  <a:cubicBezTo>
                    <a:pt x="778" y="111"/>
                    <a:pt x="780" y="110"/>
                    <a:pt x="783" y="110"/>
                  </a:cubicBezTo>
                  <a:cubicBezTo>
                    <a:pt x="783" y="110"/>
                    <a:pt x="783" y="110"/>
                    <a:pt x="783" y="110"/>
                  </a:cubicBezTo>
                  <a:cubicBezTo>
                    <a:pt x="836" y="102"/>
                    <a:pt x="875" y="91"/>
                    <a:pt x="893" y="80"/>
                  </a:cubicBezTo>
                  <a:cubicBezTo>
                    <a:pt x="900" y="75"/>
                    <a:pt x="903" y="70"/>
                    <a:pt x="903" y="65"/>
                  </a:cubicBezTo>
                  <a:cubicBezTo>
                    <a:pt x="903" y="29"/>
                    <a:pt x="701" y="0"/>
                    <a:pt x="452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80168" tIns="40084" rIns="80168" bIns="400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1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22" name="Oval 32">
              <a:extLst>
                <a:ext uri="{FF2B5EF4-FFF2-40B4-BE49-F238E27FC236}">
                  <a16:creationId xmlns:a16="http://schemas.microsoft.com/office/drawing/2014/main" id="{7CAAB76B-7B5F-4713-82C1-7C553F945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31" y="2053551"/>
              <a:ext cx="2857153" cy="341390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80168" tIns="40084" rIns="80168" bIns="400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1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23" name="Freeform 35">
              <a:extLst>
                <a:ext uri="{FF2B5EF4-FFF2-40B4-BE49-F238E27FC236}">
                  <a16:creationId xmlns:a16="http://schemas.microsoft.com/office/drawing/2014/main" id="{F148FB96-7CE6-0256-9B39-FD84D3B2C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2625" y="2265431"/>
              <a:ext cx="4108687" cy="1213650"/>
            </a:xfrm>
            <a:custGeom>
              <a:avLst/>
              <a:gdLst>
                <a:gd name="T0" fmla="*/ 882 w 882"/>
                <a:gd name="T1" fmla="*/ 0 h 260"/>
                <a:gd name="T2" fmla="*/ 798 w 882"/>
                <a:gd name="T3" fmla="*/ 25 h 260"/>
                <a:gd name="T4" fmla="*/ 675 w 882"/>
                <a:gd name="T5" fmla="*/ 41 h 260"/>
                <a:gd name="T6" fmla="*/ 441 w 882"/>
                <a:gd name="T7" fmla="*/ 51 h 260"/>
                <a:gd name="T8" fmla="*/ 0 w 882"/>
                <a:gd name="T9" fmla="*/ 0 h 260"/>
                <a:gd name="T10" fmla="*/ 0 w 882"/>
                <a:gd name="T11" fmla="*/ 0 h 260"/>
                <a:gd name="T12" fmla="*/ 146 w 882"/>
                <a:gd name="T13" fmla="*/ 227 h 260"/>
                <a:gd name="T14" fmla="*/ 437 w 882"/>
                <a:gd name="T15" fmla="*/ 260 h 260"/>
                <a:gd name="T16" fmla="*/ 604 w 882"/>
                <a:gd name="T17" fmla="*/ 251 h 260"/>
                <a:gd name="T18" fmla="*/ 683 w 882"/>
                <a:gd name="T19" fmla="*/ 239 h 260"/>
                <a:gd name="T20" fmla="*/ 730 w 882"/>
                <a:gd name="T21" fmla="*/ 227 h 260"/>
                <a:gd name="T22" fmla="*/ 882 w 882"/>
                <a:gd name="T23" fmla="*/ 0 h 260"/>
                <a:gd name="T24" fmla="*/ 882 w 882"/>
                <a:gd name="T2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2" h="260">
                  <a:moveTo>
                    <a:pt x="882" y="0"/>
                  </a:moveTo>
                  <a:cubicBezTo>
                    <a:pt x="867" y="9"/>
                    <a:pt x="838" y="18"/>
                    <a:pt x="798" y="25"/>
                  </a:cubicBezTo>
                  <a:cubicBezTo>
                    <a:pt x="765" y="32"/>
                    <a:pt x="723" y="37"/>
                    <a:pt x="675" y="41"/>
                  </a:cubicBezTo>
                  <a:cubicBezTo>
                    <a:pt x="607" y="47"/>
                    <a:pt x="527" y="51"/>
                    <a:pt x="441" y="51"/>
                  </a:cubicBezTo>
                  <a:cubicBezTo>
                    <a:pt x="225" y="51"/>
                    <a:pt x="45" y="2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73" y="78"/>
                    <a:pt x="146" y="227"/>
                  </a:cubicBezTo>
                  <a:cubicBezTo>
                    <a:pt x="205" y="247"/>
                    <a:pt x="313" y="260"/>
                    <a:pt x="437" y="260"/>
                  </a:cubicBezTo>
                  <a:cubicBezTo>
                    <a:pt x="498" y="260"/>
                    <a:pt x="555" y="257"/>
                    <a:pt x="604" y="251"/>
                  </a:cubicBezTo>
                  <a:cubicBezTo>
                    <a:pt x="634" y="248"/>
                    <a:pt x="660" y="244"/>
                    <a:pt x="683" y="239"/>
                  </a:cubicBezTo>
                  <a:cubicBezTo>
                    <a:pt x="701" y="235"/>
                    <a:pt x="717" y="231"/>
                    <a:pt x="730" y="227"/>
                  </a:cubicBezTo>
                  <a:cubicBezTo>
                    <a:pt x="770" y="150"/>
                    <a:pt x="819" y="73"/>
                    <a:pt x="882" y="0"/>
                  </a:cubicBezTo>
                  <a:cubicBezTo>
                    <a:pt x="882" y="0"/>
                    <a:pt x="882" y="0"/>
                    <a:pt x="882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80168" tIns="40084" rIns="80168" bIns="400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1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endParaRPr>
            </a:p>
          </p:txBody>
        </p:sp>
      </p:grpSp>
      <p:pic>
        <p:nvPicPr>
          <p:cNvPr id="24" name="Grafik 27">
            <a:extLst>
              <a:ext uri="{FF2B5EF4-FFF2-40B4-BE49-F238E27FC236}">
                <a16:creationId xmlns:a16="http://schemas.microsoft.com/office/drawing/2014/main" id="{84AE7461-94CA-04EC-2C76-0964E92D96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00208" y="3407748"/>
            <a:ext cx="637955" cy="637955"/>
          </a:xfrm>
          <a:prstGeom prst="rect">
            <a:avLst/>
          </a:prstGeom>
        </p:spPr>
      </p:pic>
      <p:pic>
        <p:nvPicPr>
          <p:cNvPr id="25" name="Grafik 29">
            <a:extLst>
              <a:ext uri="{FF2B5EF4-FFF2-40B4-BE49-F238E27FC236}">
                <a16:creationId xmlns:a16="http://schemas.microsoft.com/office/drawing/2014/main" id="{44FE73B8-0FFF-A2A6-099B-E9515499FC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00208" y="2420779"/>
            <a:ext cx="637955" cy="637955"/>
          </a:xfrm>
          <a:prstGeom prst="rect">
            <a:avLst/>
          </a:prstGeom>
        </p:spPr>
      </p:pic>
      <p:pic>
        <p:nvPicPr>
          <p:cNvPr id="26" name="Grafik 31">
            <a:extLst>
              <a:ext uri="{FF2B5EF4-FFF2-40B4-BE49-F238E27FC236}">
                <a16:creationId xmlns:a16="http://schemas.microsoft.com/office/drawing/2014/main" id="{79DAE9C9-FF56-01CA-012F-3E1BE0ABE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00208" y="5419945"/>
            <a:ext cx="637955" cy="637955"/>
          </a:xfrm>
          <a:prstGeom prst="rect">
            <a:avLst/>
          </a:prstGeom>
        </p:spPr>
      </p:pic>
      <p:pic>
        <p:nvPicPr>
          <p:cNvPr id="27" name="Grafik 33">
            <a:extLst>
              <a:ext uri="{FF2B5EF4-FFF2-40B4-BE49-F238E27FC236}">
                <a16:creationId xmlns:a16="http://schemas.microsoft.com/office/drawing/2014/main" id="{0712B2D2-9EC6-C674-C8D5-DE070EBBCC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00208" y="4373902"/>
            <a:ext cx="637955" cy="637955"/>
          </a:xfrm>
          <a:prstGeom prst="rect">
            <a:avLst/>
          </a:prstGeom>
        </p:spPr>
      </p:pic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68B6745B-CF33-344B-07A6-A52C7215B75D}"/>
              </a:ext>
            </a:extLst>
          </p:cNvPr>
          <p:cNvSpPr txBox="1">
            <a:spLocks/>
          </p:cNvSpPr>
          <p:nvPr/>
        </p:nvSpPr>
        <p:spPr>
          <a:xfrm>
            <a:off x="8305245" y="4104651"/>
            <a:ext cx="3358071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indent="-140400">
              <a:spcBef>
                <a:spcPts val="0"/>
              </a:spcBef>
            </a:pPr>
            <a:r>
              <a:rPr lang="en-US" sz="1400" dirty="0"/>
              <a:t>Lorem ipsum dolor sit amet, </a:t>
            </a:r>
            <a:br>
              <a:rPr lang="en-US" sz="1400" dirty="0"/>
            </a:b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</a:p>
          <a:p>
            <a:pPr marL="140400" indent="-140400">
              <a:spcBef>
                <a:spcPts val="0"/>
              </a:spcBef>
            </a:pPr>
            <a:r>
              <a:rPr lang="en-US" sz="1400" dirty="0"/>
              <a:t>Quis </a:t>
            </a:r>
            <a:r>
              <a:rPr lang="en-US" sz="1400" dirty="0" err="1"/>
              <a:t>nostrud</a:t>
            </a:r>
            <a:r>
              <a:rPr lang="en-US" sz="1400" dirty="0"/>
              <a:t> exercitation </a:t>
            </a:r>
            <a:r>
              <a:rPr lang="en-US" sz="1400" dirty="0" err="1"/>
              <a:t>ullamco</a:t>
            </a:r>
            <a:endParaRPr lang="en-US" sz="1400" dirty="0"/>
          </a:p>
          <a:p>
            <a:pPr marL="140400" indent="-140400">
              <a:spcBef>
                <a:spcPts val="0"/>
              </a:spcBef>
            </a:pPr>
            <a:r>
              <a:rPr lang="en-US" sz="1400" dirty="0"/>
              <a:t>Duis </a:t>
            </a:r>
            <a:r>
              <a:rPr lang="en-US" sz="1400" dirty="0" err="1"/>
              <a:t>aute</a:t>
            </a:r>
            <a:r>
              <a:rPr lang="en-US" sz="1400" dirty="0"/>
              <a:t> </a:t>
            </a:r>
            <a:r>
              <a:rPr lang="en-US" sz="1400" dirty="0" err="1"/>
              <a:t>irure</a:t>
            </a:r>
            <a:r>
              <a:rPr lang="en-US" sz="1400" dirty="0"/>
              <a:t> dolor </a:t>
            </a:r>
          </a:p>
        </p:txBody>
      </p:sp>
      <p:sp>
        <p:nvSpPr>
          <p:cNvPr id="55" name="Gleichschenkliges Dreieck 15">
            <a:extLst>
              <a:ext uri="{FF2B5EF4-FFF2-40B4-BE49-F238E27FC236}">
                <a16:creationId xmlns:a16="http://schemas.microsoft.com/office/drawing/2014/main" id="{A3C87DAB-16C3-05CD-57E6-19BD8050F5BC}"/>
              </a:ext>
            </a:extLst>
          </p:cNvPr>
          <p:cNvSpPr>
            <a:spLocks noChangeAspect="1"/>
          </p:cNvSpPr>
          <p:nvPr/>
        </p:nvSpPr>
        <p:spPr>
          <a:xfrm rot="5400000">
            <a:off x="7734683" y="3748713"/>
            <a:ext cx="298800" cy="160690"/>
          </a:xfrm>
          <a:custGeom>
            <a:avLst/>
            <a:gdLst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  <a:gd name="connsiteX3" fmla="*/ 0 w 198882"/>
              <a:gd name="connsiteY3" fmla="*/ 113994 h 113994"/>
              <a:gd name="connsiteX0" fmla="*/ 0 w 198882"/>
              <a:gd name="connsiteY0" fmla="*/ 113994 h 205434"/>
              <a:gd name="connsiteX1" fmla="*/ 99441 w 198882"/>
              <a:gd name="connsiteY1" fmla="*/ 0 h 205434"/>
              <a:gd name="connsiteX2" fmla="*/ 198882 w 198882"/>
              <a:gd name="connsiteY2" fmla="*/ 113994 h 205434"/>
              <a:gd name="connsiteX3" fmla="*/ 91440 w 198882"/>
              <a:gd name="connsiteY3" fmla="*/ 205434 h 205434"/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882" h="113994">
                <a:moveTo>
                  <a:pt x="0" y="113994"/>
                </a:moveTo>
                <a:lnTo>
                  <a:pt x="99441" y="0"/>
                </a:lnTo>
                <a:lnTo>
                  <a:pt x="198882" y="113994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 Placeholder 15">
            <a:extLst>
              <a:ext uri="{FF2B5EF4-FFF2-40B4-BE49-F238E27FC236}">
                <a16:creationId xmlns:a16="http://schemas.microsoft.com/office/drawing/2014/main" id="{CF93ED8A-5646-0350-84E0-16292E526B44}"/>
              </a:ext>
            </a:extLst>
          </p:cNvPr>
          <p:cNvSpPr/>
          <p:nvPr/>
        </p:nvSpPr>
        <p:spPr>
          <a:xfrm>
            <a:off x="407988" y="6275487"/>
            <a:ext cx="942566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US" sz="900" noProof="0">
                <a:solidFill>
                  <a:schemeClr val="tx2"/>
                </a:solidFill>
                <a:latin typeface="Arial" panose="020B0604020202020204" pitchFamily="34" charset="0"/>
              </a:rPr>
              <a:t>Keywords: funnels</a:t>
            </a:r>
          </a:p>
        </p:txBody>
      </p:sp>
    </p:spTree>
    <p:extLst>
      <p:ext uri="{BB962C8B-B14F-4D97-AF65-F5344CB8AC3E}">
        <p14:creationId xmlns:p14="http://schemas.microsoft.com/office/powerpoint/2010/main" val="3753416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4DE090F-760C-4ACC-4F28-D0D94334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8FCDB0-9D2A-EEE1-A330-A70C48A5E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Funnel II</a:t>
            </a:r>
          </a:p>
        </p:txBody>
      </p:sp>
      <p:grpSp>
        <p:nvGrpSpPr>
          <p:cNvPr id="2" name="Gruppieren 41">
            <a:extLst>
              <a:ext uri="{FF2B5EF4-FFF2-40B4-BE49-F238E27FC236}">
                <a16:creationId xmlns:a16="http://schemas.microsoft.com/office/drawing/2014/main" id="{80216772-D7D8-C9F4-D5C5-965F76722C15}"/>
              </a:ext>
            </a:extLst>
          </p:cNvPr>
          <p:cNvGrpSpPr>
            <a:grpSpLocks/>
          </p:cNvGrpSpPr>
          <p:nvPr/>
        </p:nvGrpSpPr>
        <p:grpSpPr>
          <a:xfrm>
            <a:off x="1413832" y="2270260"/>
            <a:ext cx="2833372" cy="673305"/>
            <a:chOff x="1101249" y="1981108"/>
            <a:chExt cx="2895398" cy="688045"/>
          </a:xfrm>
        </p:grpSpPr>
        <p:sp>
          <p:nvSpPr>
            <p:cNvPr id="3" name="TextBox 17">
              <a:extLst>
                <a:ext uri="{FF2B5EF4-FFF2-40B4-BE49-F238E27FC236}">
                  <a16:creationId xmlns:a16="http://schemas.microsoft.com/office/drawing/2014/main" id="{18D8268A-E880-D2A5-4732-0065756901D6}"/>
                </a:ext>
              </a:extLst>
            </p:cNvPr>
            <p:cNvSpPr txBox="1">
              <a:spLocks/>
            </p:cNvSpPr>
            <p:nvPr>
              <p:custDataLst>
                <p:tags r:id="rId10"/>
              </p:custDataLst>
            </p:nvPr>
          </p:nvSpPr>
          <p:spPr>
            <a:xfrm>
              <a:off x="1101249" y="1981108"/>
              <a:ext cx="2895398" cy="2201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972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Futura"/>
                </a:rPr>
                <a:t>Input</a:t>
              </a:r>
            </a:p>
          </p:txBody>
        </p:sp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2240A9CD-E35E-1471-546F-B7A44C9C561C}"/>
                </a:ext>
              </a:extLst>
            </p:cNvPr>
            <p:cNvSpPr txBox="1">
              <a:spLocks/>
            </p:cNvSpPr>
            <p:nvPr>
              <p:custDataLst>
                <p:tags r:id="rId11"/>
              </p:custDataLst>
            </p:nvPr>
          </p:nvSpPr>
          <p:spPr>
            <a:xfrm>
              <a:off x="1101249" y="2228833"/>
              <a:ext cx="2895398" cy="4403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Lorem ipsum dolor sit amet,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consectetur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adipisici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elit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, sed</a:t>
              </a:r>
            </a:p>
          </p:txBody>
        </p:sp>
      </p:grpSp>
      <p:grpSp>
        <p:nvGrpSpPr>
          <p:cNvPr id="6" name="Gruppieren 40">
            <a:extLst>
              <a:ext uri="{FF2B5EF4-FFF2-40B4-BE49-F238E27FC236}">
                <a16:creationId xmlns:a16="http://schemas.microsoft.com/office/drawing/2014/main" id="{6DCECB01-5C12-E237-1863-A2AE1AEA2A6A}"/>
              </a:ext>
            </a:extLst>
          </p:cNvPr>
          <p:cNvGrpSpPr>
            <a:grpSpLocks/>
          </p:cNvGrpSpPr>
          <p:nvPr/>
        </p:nvGrpSpPr>
        <p:grpSpPr>
          <a:xfrm>
            <a:off x="1413832" y="3308023"/>
            <a:ext cx="2833372" cy="673305"/>
            <a:chOff x="1101249" y="2865810"/>
            <a:chExt cx="2895398" cy="688045"/>
          </a:xfrm>
        </p:grpSpPr>
        <p:sp>
          <p:nvSpPr>
            <p:cNvPr id="7" name="TextBox 19">
              <a:extLst>
                <a:ext uri="{FF2B5EF4-FFF2-40B4-BE49-F238E27FC236}">
                  <a16:creationId xmlns:a16="http://schemas.microsoft.com/office/drawing/2014/main" id="{4D942FF1-9DF1-43FC-F142-B97C64DDEF76}"/>
                </a:ext>
              </a:extLst>
            </p:cNvPr>
            <p:cNvSpPr txBox="1">
              <a:spLocks/>
            </p:cNvSpPr>
            <p:nvPr>
              <p:custDataLst>
                <p:tags r:id="rId8"/>
              </p:custDataLst>
            </p:nvPr>
          </p:nvSpPr>
          <p:spPr>
            <a:xfrm>
              <a:off x="1101249" y="2865810"/>
              <a:ext cx="2895398" cy="2201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972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Futura"/>
                </a:rPr>
                <a:t>Lorem Ipsum</a:t>
              </a:r>
            </a:p>
          </p:txBody>
        </p:sp>
        <p:sp>
          <p:nvSpPr>
            <p:cNvPr id="9" name="Subtitle 2">
              <a:extLst>
                <a:ext uri="{FF2B5EF4-FFF2-40B4-BE49-F238E27FC236}">
                  <a16:creationId xmlns:a16="http://schemas.microsoft.com/office/drawing/2014/main" id="{E9C23966-3B0E-D650-5883-53D69380EDB8}"/>
                </a:ext>
              </a:extLst>
            </p:cNvPr>
            <p:cNvSpPr txBox="1">
              <a:spLocks/>
            </p:cNvSpPr>
            <p:nvPr>
              <p:custDataLst>
                <p:tags r:id="rId9"/>
              </p:custDataLst>
            </p:nvPr>
          </p:nvSpPr>
          <p:spPr>
            <a:xfrm>
              <a:off x="1101249" y="3113535"/>
              <a:ext cx="2895398" cy="4403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Lorem ipsum dolor sit amet,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consectetur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adipisici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elit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, sed</a:t>
              </a:r>
            </a:p>
          </p:txBody>
        </p:sp>
      </p:grpSp>
      <p:grpSp>
        <p:nvGrpSpPr>
          <p:cNvPr id="11" name="Gruppieren 42">
            <a:extLst>
              <a:ext uri="{FF2B5EF4-FFF2-40B4-BE49-F238E27FC236}">
                <a16:creationId xmlns:a16="http://schemas.microsoft.com/office/drawing/2014/main" id="{42791A1B-6DDC-BDA7-4418-D4ACF04A28F6}"/>
              </a:ext>
            </a:extLst>
          </p:cNvPr>
          <p:cNvGrpSpPr>
            <a:grpSpLocks/>
          </p:cNvGrpSpPr>
          <p:nvPr/>
        </p:nvGrpSpPr>
        <p:grpSpPr>
          <a:xfrm>
            <a:off x="1413832" y="4345786"/>
            <a:ext cx="2833372" cy="673305"/>
            <a:chOff x="1101249" y="3991568"/>
            <a:chExt cx="2895398" cy="688045"/>
          </a:xfrm>
        </p:grpSpPr>
        <p:sp>
          <p:nvSpPr>
            <p:cNvPr id="12" name="TextBox 21">
              <a:extLst>
                <a:ext uri="{FF2B5EF4-FFF2-40B4-BE49-F238E27FC236}">
                  <a16:creationId xmlns:a16="http://schemas.microsoft.com/office/drawing/2014/main" id="{93828641-4394-9B62-895F-547272274F7D}"/>
                </a:ext>
              </a:extLst>
            </p:cNvPr>
            <p:cNvSpPr txBox="1">
              <a:spLocks/>
            </p:cNvSpPr>
            <p:nvPr>
              <p:custDataLst>
                <p:tags r:id="rId6"/>
              </p:custDataLst>
            </p:nvPr>
          </p:nvSpPr>
          <p:spPr>
            <a:xfrm>
              <a:off x="1101249" y="3991568"/>
              <a:ext cx="2895398" cy="2201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972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Futura"/>
                </a:rPr>
                <a:t>Lorem Ipsum</a:t>
              </a:r>
            </a:p>
          </p:txBody>
        </p:sp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34DB9D67-06FB-C974-80D6-F04E319CE75C}"/>
                </a:ext>
              </a:extLst>
            </p:cNvPr>
            <p:cNvSpPr txBox="1">
              <a:spLocks/>
            </p:cNvSpPr>
            <p:nvPr>
              <p:custDataLst>
                <p:tags r:id="rId7"/>
              </p:custDataLst>
            </p:nvPr>
          </p:nvSpPr>
          <p:spPr>
            <a:xfrm>
              <a:off x="1101249" y="4239293"/>
              <a:ext cx="2895398" cy="4403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Lorem ipsum dolor sit amet,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consectetur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adipisici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elit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, sed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1A6C20C-70E9-8E61-6AFC-87FC7AF0762E}"/>
              </a:ext>
            </a:extLst>
          </p:cNvPr>
          <p:cNvGrpSpPr/>
          <p:nvPr/>
        </p:nvGrpSpPr>
        <p:grpSpPr>
          <a:xfrm>
            <a:off x="1413832" y="5383548"/>
            <a:ext cx="2833372" cy="673790"/>
            <a:chOff x="1413832" y="5379773"/>
            <a:chExt cx="2833372" cy="673790"/>
          </a:xfrm>
        </p:grpSpPr>
        <p:sp>
          <p:nvSpPr>
            <p:cNvPr id="15" name="TextBox 24">
              <a:extLst>
                <a:ext uri="{FF2B5EF4-FFF2-40B4-BE49-F238E27FC236}">
                  <a16:creationId xmlns:a16="http://schemas.microsoft.com/office/drawing/2014/main" id="{7930F839-BA68-6E07-0A7E-EDCEB6133AC7}"/>
                </a:ext>
              </a:extLst>
            </p:cNvPr>
            <p:cNvSpPr txBox="1">
              <a:spLocks/>
            </p:cNvSpPr>
            <p:nvPr>
              <p:custDataLst>
                <p:tags r:id="rId4"/>
              </p:custDataLst>
            </p:nvPr>
          </p:nvSpPr>
          <p:spPr>
            <a:xfrm>
              <a:off x="1413832" y="5379773"/>
              <a:ext cx="2833372" cy="215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972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Lorem Ipsum</a:t>
              </a:r>
            </a:p>
          </p:txBody>
        </p:sp>
        <p:sp>
          <p:nvSpPr>
            <p:cNvPr id="16" name="Subtitle 2">
              <a:extLst>
                <a:ext uri="{FF2B5EF4-FFF2-40B4-BE49-F238E27FC236}">
                  <a16:creationId xmlns:a16="http://schemas.microsoft.com/office/drawing/2014/main" id="{3BF6C90B-DD1D-1085-0920-7ED733C2F11A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>
            <a:xfrm>
              <a:off x="1413832" y="5622676"/>
              <a:ext cx="2833372" cy="43088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Lorem ipsum dolor sit amet,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consectetur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adipisici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elit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Arial"/>
                  <a:ea typeface="+mn-ea"/>
                  <a:cs typeface="Open Sans Light"/>
                </a:rPr>
                <a:t>, sed</a:t>
              </a:r>
            </a:p>
          </p:txBody>
        </p:sp>
      </p:grpSp>
      <p:sp>
        <p:nvSpPr>
          <p:cNvPr id="17" name="TextBox 27">
            <a:extLst>
              <a:ext uri="{FF2B5EF4-FFF2-40B4-BE49-F238E27FC236}">
                <a16:creationId xmlns:a16="http://schemas.microsoft.com/office/drawing/2014/main" id="{F2A1770A-DB35-FA2D-DA01-A07C33CFCF57}"/>
              </a:ext>
            </a:extLst>
          </p:cNvPr>
          <p:cNvSpPr txBox="1">
            <a:spLocks/>
          </p:cNvSpPr>
          <p:nvPr/>
        </p:nvSpPr>
        <p:spPr>
          <a:xfrm>
            <a:off x="8305245" y="3648348"/>
            <a:ext cx="3358071" cy="3614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Futura"/>
              </a:rPr>
              <a:t>Lorem Ipsum</a:t>
            </a:r>
          </a:p>
        </p:txBody>
      </p:sp>
      <p:sp>
        <p:nvSpPr>
          <p:cNvPr id="18" name="Freeform 33">
            <a:extLst>
              <a:ext uri="{FF2B5EF4-FFF2-40B4-BE49-F238E27FC236}">
                <a16:creationId xmlns:a16="http://schemas.microsoft.com/office/drawing/2014/main" id="{8E9F1DE9-2451-3971-31AA-9E775A69E3FA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4902522" y="3043422"/>
            <a:ext cx="2405766" cy="1182345"/>
          </a:xfrm>
          <a:custGeom>
            <a:avLst/>
            <a:gdLst>
              <a:gd name="T0" fmla="*/ 287 w 584"/>
              <a:gd name="T1" fmla="*/ 243 h 243"/>
              <a:gd name="T2" fmla="*/ 498 w 584"/>
              <a:gd name="T3" fmla="*/ 208 h 243"/>
              <a:gd name="T4" fmla="*/ 584 w 584"/>
              <a:gd name="T5" fmla="*/ 0 h 243"/>
              <a:gd name="T6" fmla="*/ 291 w 584"/>
              <a:gd name="T7" fmla="*/ 33 h 243"/>
              <a:gd name="T8" fmla="*/ 0 w 584"/>
              <a:gd name="T9" fmla="*/ 0 h 243"/>
              <a:gd name="T10" fmla="*/ 84 w 584"/>
              <a:gd name="T11" fmla="*/ 211 h 243"/>
              <a:gd name="T12" fmla="*/ 287 w 584"/>
              <a:gd name="T13" fmla="*/ 243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84" h="243">
                <a:moveTo>
                  <a:pt x="287" y="243"/>
                </a:moveTo>
                <a:cubicBezTo>
                  <a:pt x="379" y="243"/>
                  <a:pt x="458" y="229"/>
                  <a:pt x="498" y="208"/>
                </a:cubicBezTo>
                <a:cubicBezTo>
                  <a:pt x="519" y="141"/>
                  <a:pt x="547" y="71"/>
                  <a:pt x="584" y="0"/>
                </a:cubicBezTo>
                <a:cubicBezTo>
                  <a:pt x="526" y="19"/>
                  <a:pt x="417" y="33"/>
                  <a:pt x="291" y="33"/>
                </a:cubicBezTo>
                <a:cubicBezTo>
                  <a:pt x="167" y="33"/>
                  <a:pt x="59" y="20"/>
                  <a:pt x="0" y="0"/>
                </a:cubicBezTo>
                <a:cubicBezTo>
                  <a:pt x="29" y="60"/>
                  <a:pt x="59" y="130"/>
                  <a:pt x="84" y="211"/>
                </a:cubicBezTo>
                <a:cubicBezTo>
                  <a:pt x="125" y="231"/>
                  <a:pt x="201" y="243"/>
                  <a:pt x="287" y="243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80168" tIns="40084" rIns="80168" bIns="4008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5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Freeform 34">
            <a:extLst>
              <a:ext uri="{FF2B5EF4-FFF2-40B4-BE49-F238E27FC236}">
                <a16:creationId xmlns:a16="http://schemas.microsoft.com/office/drawing/2014/main" id="{9F25ECED-018F-38C2-2FBB-A1A29A6DAF0B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247342" y="4056721"/>
            <a:ext cx="1705827" cy="1167033"/>
          </a:xfrm>
          <a:custGeom>
            <a:avLst/>
            <a:gdLst>
              <a:gd name="T0" fmla="*/ 203 w 414"/>
              <a:gd name="T1" fmla="*/ 35 h 240"/>
              <a:gd name="T2" fmla="*/ 0 w 414"/>
              <a:gd name="T3" fmla="*/ 3 h 240"/>
              <a:gd name="T4" fmla="*/ 46 w 414"/>
              <a:gd name="T5" fmla="*/ 204 h 240"/>
              <a:gd name="T6" fmla="*/ 49 w 414"/>
              <a:gd name="T7" fmla="*/ 215 h 240"/>
              <a:gd name="T8" fmla="*/ 205 w 414"/>
              <a:gd name="T9" fmla="*/ 240 h 240"/>
              <a:gd name="T10" fmla="*/ 354 w 414"/>
              <a:gd name="T11" fmla="*/ 217 h 240"/>
              <a:gd name="T12" fmla="*/ 362 w 414"/>
              <a:gd name="T13" fmla="*/ 214 h 240"/>
              <a:gd name="T14" fmla="*/ 376 w 414"/>
              <a:gd name="T15" fmla="*/ 139 h 240"/>
              <a:gd name="T16" fmla="*/ 414 w 414"/>
              <a:gd name="T17" fmla="*/ 0 h 240"/>
              <a:gd name="T18" fmla="*/ 203 w 414"/>
              <a:gd name="T19" fmla="*/ 35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4" h="240">
                <a:moveTo>
                  <a:pt x="203" y="35"/>
                </a:moveTo>
                <a:cubicBezTo>
                  <a:pt x="117" y="35"/>
                  <a:pt x="41" y="23"/>
                  <a:pt x="0" y="3"/>
                </a:cubicBezTo>
                <a:cubicBezTo>
                  <a:pt x="18" y="64"/>
                  <a:pt x="35" y="131"/>
                  <a:pt x="46" y="204"/>
                </a:cubicBezTo>
                <a:cubicBezTo>
                  <a:pt x="47" y="208"/>
                  <a:pt x="48" y="211"/>
                  <a:pt x="49" y="215"/>
                </a:cubicBezTo>
                <a:cubicBezTo>
                  <a:pt x="85" y="230"/>
                  <a:pt x="142" y="240"/>
                  <a:pt x="205" y="240"/>
                </a:cubicBezTo>
                <a:cubicBezTo>
                  <a:pt x="264" y="240"/>
                  <a:pt x="317" y="231"/>
                  <a:pt x="354" y="217"/>
                </a:cubicBezTo>
                <a:cubicBezTo>
                  <a:pt x="357" y="216"/>
                  <a:pt x="359" y="215"/>
                  <a:pt x="362" y="214"/>
                </a:cubicBezTo>
                <a:cubicBezTo>
                  <a:pt x="366" y="190"/>
                  <a:pt x="371" y="165"/>
                  <a:pt x="376" y="139"/>
                </a:cubicBezTo>
                <a:cubicBezTo>
                  <a:pt x="386" y="96"/>
                  <a:pt x="398" y="49"/>
                  <a:pt x="414" y="0"/>
                </a:cubicBezTo>
                <a:cubicBezTo>
                  <a:pt x="374" y="21"/>
                  <a:pt x="295" y="35"/>
                  <a:pt x="203" y="35"/>
                </a:cubicBezTo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</p:spPr>
        <p:txBody>
          <a:bodyPr vert="horz" wrap="square" lIns="80168" tIns="40084" rIns="80168" bIns="4008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5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0" name="Group 9">
            <a:extLst>
              <a:ext uri="{FF2B5EF4-FFF2-40B4-BE49-F238E27FC236}">
                <a16:creationId xmlns:a16="http://schemas.microsoft.com/office/drawing/2014/main" id="{75EB368F-1317-1D9B-5F64-74125F968E22}"/>
              </a:ext>
            </a:extLst>
          </p:cNvPr>
          <p:cNvGrpSpPr>
            <a:grpSpLocks/>
          </p:cNvGrpSpPr>
          <p:nvPr>
            <p:custDataLst>
              <p:tags r:id="rId3"/>
            </p:custDataLst>
          </p:nvPr>
        </p:nvGrpSpPr>
        <p:grpSpPr>
          <a:xfrm>
            <a:off x="4255513" y="1557338"/>
            <a:ext cx="3718024" cy="1651254"/>
            <a:chOff x="3990355" y="1893606"/>
            <a:chExt cx="4208222" cy="1585475"/>
          </a:xfrm>
          <a:solidFill>
            <a:schemeClr val="bg2">
              <a:lumMod val="75000"/>
            </a:schemeClr>
          </a:solidFill>
        </p:grpSpPr>
        <p:sp>
          <p:nvSpPr>
            <p:cNvPr id="21" name="Freeform 31">
              <a:extLst>
                <a:ext uri="{FF2B5EF4-FFF2-40B4-BE49-F238E27FC236}">
                  <a16:creationId xmlns:a16="http://schemas.microsoft.com/office/drawing/2014/main" id="{9A21D412-B161-ACFF-2411-62C73717F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0355" y="1893606"/>
              <a:ext cx="4208222" cy="612542"/>
            </a:xfrm>
            <a:custGeom>
              <a:avLst/>
              <a:gdLst>
                <a:gd name="T0" fmla="*/ 452 w 903"/>
                <a:gd name="T1" fmla="*/ 0 h 131"/>
                <a:gd name="T2" fmla="*/ 0 w 903"/>
                <a:gd name="T3" fmla="*/ 65 h 131"/>
                <a:gd name="T4" fmla="*/ 11 w 903"/>
                <a:gd name="T5" fmla="*/ 80 h 131"/>
                <a:gd name="T6" fmla="*/ 452 w 903"/>
                <a:gd name="T7" fmla="*/ 131 h 131"/>
                <a:gd name="T8" fmla="*/ 686 w 903"/>
                <a:gd name="T9" fmla="*/ 121 h 131"/>
                <a:gd name="T10" fmla="*/ 686 w 903"/>
                <a:gd name="T11" fmla="*/ 121 h 131"/>
                <a:gd name="T12" fmla="*/ 753 w 903"/>
                <a:gd name="T13" fmla="*/ 114 h 131"/>
                <a:gd name="T14" fmla="*/ 753 w 903"/>
                <a:gd name="T15" fmla="*/ 114 h 131"/>
                <a:gd name="T16" fmla="*/ 760 w 903"/>
                <a:gd name="T17" fmla="*/ 113 h 131"/>
                <a:gd name="T18" fmla="*/ 761 w 903"/>
                <a:gd name="T19" fmla="*/ 113 h 131"/>
                <a:gd name="T20" fmla="*/ 768 w 903"/>
                <a:gd name="T21" fmla="*/ 112 h 131"/>
                <a:gd name="T22" fmla="*/ 768 w 903"/>
                <a:gd name="T23" fmla="*/ 112 h 131"/>
                <a:gd name="T24" fmla="*/ 775 w 903"/>
                <a:gd name="T25" fmla="*/ 111 h 131"/>
                <a:gd name="T26" fmla="*/ 776 w 903"/>
                <a:gd name="T27" fmla="*/ 111 h 131"/>
                <a:gd name="T28" fmla="*/ 783 w 903"/>
                <a:gd name="T29" fmla="*/ 110 h 131"/>
                <a:gd name="T30" fmla="*/ 783 w 903"/>
                <a:gd name="T31" fmla="*/ 110 h 131"/>
                <a:gd name="T32" fmla="*/ 893 w 903"/>
                <a:gd name="T33" fmla="*/ 80 h 131"/>
                <a:gd name="T34" fmla="*/ 903 w 903"/>
                <a:gd name="T35" fmla="*/ 65 h 131"/>
                <a:gd name="T36" fmla="*/ 452 w 903"/>
                <a:gd name="T37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03" h="131">
                  <a:moveTo>
                    <a:pt x="452" y="0"/>
                  </a:moveTo>
                  <a:cubicBezTo>
                    <a:pt x="203" y="0"/>
                    <a:pt x="0" y="29"/>
                    <a:pt x="0" y="65"/>
                  </a:cubicBezTo>
                  <a:cubicBezTo>
                    <a:pt x="0" y="70"/>
                    <a:pt x="4" y="75"/>
                    <a:pt x="11" y="80"/>
                  </a:cubicBezTo>
                  <a:cubicBezTo>
                    <a:pt x="56" y="109"/>
                    <a:pt x="236" y="131"/>
                    <a:pt x="452" y="131"/>
                  </a:cubicBezTo>
                  <a:cubicBezTo>
                    <a:pt x="538" y="131"/>
                    <a:pt x="618" y="127"/>
                    <a:pt x="686" y="121"/>
                  </a:cubicBezTo>
                  <a:cubicBezTo>
                    <a:pt x="686" y="121"/>
                    <a:pt x="686" y="121"/>
                    <a:pt x="686" y="121"/>
                  </a:cubicBezTo>
                  <a:cubicBezTo>
                    <a:pt x="710" y="119"/>
                    <a:pt x="732" y="117"/>
                    <a:pt x="753" y="114"/>
                  </a:cubicBezTo>
                  <a:cubicBezTo>
                    <a:pt x="753" y="114"/>
                    <a:pt x="753" y="114"/>
                    <a:pt x="753" y="114"/>
                  </a:cubicBezTo>
                  <a:cubicBezTo>
                    <a:pt x="756" y="114"/>
                    <a:pt x="758" y="114"/>
                    <a:pt x="760" y="113"/>
                  </a:cubicBezTo>
                  <a:cubicBezTo>
                    <a:pt x="761" y="113"/>
                    <a:pt x="761" y="113"/>
                    <a:pt x="761" y="113"/>
                  </a:cubicBezTo>
                  <a:cubicBezTo>
                    <a:pt x="763" y="113"/>
                    <a:pt x="766" y="113"/>
                    <a:pt x="768" y="112"/>
                  </a:cubicBezTo>
                  <a:cubicBezTo>
                    <a:pt x="768" y="112"/>
                    <a:pt x="768" y="112"/>
                    <a:pt x="768" y="112"/>
                  </a:cubicBezTo>
                  <a:cubicBezTo>
                    <a:pt x="771" y="112"/>
                    <a:pt x="773" y="111"/>
                    <a:pt x="775" y="111"/>
                  </a:cubicBezTo>
                  <a:cubicBezTo>
                    <a:pt x="776" y="111"/>
                    <a:pt x="776" y="111"/>
                    <a:pt x="776" y="111"/>
                  </a:cubicBezTo>
                  <a:cubicBezTo>
                    <a:pt x="778" y="111"/>
                    <a:pt x="780" y="110"/>
                    <a:pt x="783" y="110"/>
                  </a:cubicBezTo>
                  <a:cubicBezTo>
                    <a:pt x="783" y="110"/>
                    <a:pt x="783" y="110"/>
                    <a:pt x="783" y="110"/>
                  </a:cubicBezTo>
                  <a:cubicBezTo>
                    <a:pt x="836" y="102"/>
                    <a:pt x="875" y="91"/>
                    <a:pt x="893" y="80"/>
                  </a:cubicBezTo>
                  <a:cubicBezTo>
                    <a:pt x="900" y="75"/>
                    <a:pt x="903" y="70"/>
                    <a:pt x="903" y="65"/>
                  </a:cubicBezTo>
                  <a:cubicBezTo>
                    <a:pt x="903" y="29"/>
                    <a:pt x="701" y="0"/>
                    <a:pt x="452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80168" tIns="40084" rIns="80168" bIns="400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1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Oval 32">
              <a:extLst>
                <a:ext uri="{FF2B5EF4-FFF2-40B4-BE49-F238E27FC236}">
                  <a16:creationId xmlns:a16="http://schemas.microsoft.com/office/drawing/2014/main" id="{6FD83DC2-F68D-FA4A-7733-283EC015B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31" y="2053551"/>
              <a:ext cx="2857153" cy="341390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80168" tIns="40084" rIns="80168" bIns="400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1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Freeform 35">
              <a:extLst>
                <a:ext uri="{FF2B5EF4-FFF2-40B4-BE49-F238E27FC236}">
                  <a16:creationId xmlns:a16="http://schemas.microsoft.com/office/drawing/2014/main" id="{7BF5D042-B64D-2B1A-9E07-B35DBCE6B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2625" y="2265431"/>
              <a:ext cx="4108687" cy="1213650"/>
            </a:xfrm>
            <a:custGeom>
              <a:avLst/>
              <a:gdLst>
                <a:gd name="T0" fmla="*/ 882 w 882"/>
                <a:gd name="T1" fmla="*/ 0 h 260"/>
                <a:gd name="T2" fmla="*/ 798 w 882"/>
                <a:gd name="T3" fmla="*/ 25 h 260"/>
                <a:gd name="T4" fmla="*/ 675 w 882"/>
                <a:gd name="T5" fmla="*/ 41 h 260"/>
                <a:gd name="T6" fmla="*/ 441 w 882"/>
                <a:gd name="T7" fmla="*/ 51 h 260"/>
                <a:gd name="T8" fmla="*/ 0 w 882"/>
                <a:gd name="T9" fmla="*/ 0 h 260"/>
                <a:gd name="T10" fmla="*/ 0 w 882"/>
                <a:gd name="T11" fmla="*/ 0 h 260"/>
                <a:gd name="T12" fmla="*/ 146 w 882"/>
                <a:gd name="T13" fmla="*/ 227 h 260"/>
                <a:gd name="T14" fmla="*/ 437 w 882"/>
                <a:gd name="T15" fmla="*/ 260 h 260"/>
                <a:gd name="T16" fmla="*/ 604 w 882"/>
                <a:gd name="T17" fmla="*/ 251 h 260"/>
                <a:gd name="T18" fmla="*/ 683 w 882"/>
                <a:gd name="T19" fmla="*/ 239 h 260"/>
                <a:gd name="T20" fmla="*/ 730 w 882"/>
                <a:gd name="T21" fmla="*/ 227 h 260"/>
                <a:gd name="T22" fmla="*/ 882 w 882"/>
                <a:gd name="T23" fmla="*/ 0 h 260"/>
                <a:gd name="T24" fmla="*/ 882 w 882"/>
                <a:gd name="T2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2" h="260">
                  <a:moveTo>
                    <a:pt x="882" y="0"/>
                  </a:moveTo>
                  <a:cubicBezTo>
                    <a:pt x="867" y="9"/>
                    <a:pt x="838" y="18"/>
                    <a:pt x="798" y="25"/>
                  </a:cubicBezTo>
                  <a:cubicBezTo>
                    <a:pt x="765" y="32"/>
                    <a:pt x="723" y="37"/>
                    <a:pt x="675" y="41"/>
                  </a:cubicBezTo>
                  <a:cubicBezTo>
                    <a:pt x="607" y="47"/>
                    <a:pt x="527" y="51"/>
                    <a:pt x="441" y="51"/>
                  </a:cubicBezTo>
                  <a:cubicBezTo>
                    <a:pt x="225" y="51"/>
                    <a:pt x="45" y="2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73" y="78"/>
                    <a:pt x="146" y="227"/>
                  </a:cubicBezTo>
                  <a:cubicBezTo>
                    <a:pt x="205" y="247"/>
                    <a:pt x="313" y="260"/>
                    <a:pt x="437" y="260"/>
                  </a:cubicBezTo>
                  <a:cubicBezTo>
                    <a:pt x="498" y="260"/>
                    <a:pt x="555" y="257"/>
                    <a:pt x="604" y="251"/>
                  </a:cubicBezTo>
                  <a:cubicBezTo>
                    <a:pt x="634" y="248"/>
                    <a:pt x="660" y="244"/>
                    <a:pt x="683" y="239"/>
                  </a:cubicBezTo>
                  <a:cubicBezTo>
                    <a:pt x="701" y="235"/>
                    <a:pt x="717" y="231"/>
                    <a:pt x="730" y="227"/>
                  </a:cubicBezTo>
                  <a:cubicBezTo>
                    <a:pt x="770" y="150"/>
                    <a:pt x="819" y="73"/>
                    <a:pt x="882" y="0"/>
                  </a:cubicBezTo>
                  <a:cubicBezTo>
                    <a:pt x="882" y="0"/>
                    <a:pt x="882" y="0"/>
                    <a:pt x="882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80168" tIns="40084" rIns="80168" bIns="400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1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24" name="Grafik 27">
            <a:extLst>
              <a:ext uri="{FF2B5EF4-FFF2-40B4-BE49-F238E27FC236}">
                <a16:creationId xmlns:a16="http://schemas.microsoft.com/office/drawing/2014/main" id="{F215C009-3EA6-D526-8514-137BFB678C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00208" y="3407748"/>
            <a:ext cx="637955" cy="637955"/>
          </a:xfrm>
          <a:prstGeom prst="rect">
            <a:avLst/>
          </a:prstGeom>
        </p:spPr>
      </p:pic>
      <p:pic>
        <p:nvPicPr>
          <p:cNvPr id="25" name="Grafik 29">
            <a:extLst>
              <a:ext uri="{FF2B5EF4-FFF2-40B4-BE49-F238E27FC236}">
                <a16:creationId xmlns:a16="http://schemas.microsoft.com/office/drawing/2014/main" id="{F4B5C1B9-3641-BD9E-D3FB-B8B5A66E80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00208" y="2420779"/>
            <a:ext cx="637955" cy="637955"/>
          </a:xfrm>
          <a:prstGeom prst="rect">
            <a:avLst/>
          </a:prstGeom>
        </p:spPr>
      </p:pic>
      <p:pic>
        <p:nvPicPr>
          <p:cNvPr id="26" name="Grafik 31">
            <a:extLst>
              <a:ext uri="{FF2B5EF4-FFF2-40B4-BE49-F238E27FC236}">
                <a16:creationId xmlns:a16="http://schemas.microsoft.com/office/drawing/2014/main" id="{27C7808C-527B-388B-FF12-1E18C7A4B0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00208" y="5419945"/>
            <a:ext cx="637955" cy="637955"/>
          </a:xfrm>
          <a:prstGeom prst="rect">
            <a:avLst/>
          </a:prstGeom>
        </p:spPr>
      </p:pic>
      <p:pic>
        <p:nvPicPr>
          <p:cNvPr id="27" name="Grafik 33">
            <a:extLst>
              <a:ext uri="{FF2B5EF4-FFF2-40B4-BE49-F238E27FC236}">
                <a16:creationId xmlns:a16="http://schemas.microsoft.com/office/drawing/2014/main" id="{1C68629D-B698-B5CA-0550-140D8B9B2D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00208" y="4373902"/>
            <a:ext cx="637955" cy="637955"/>
          </a:xfrm>
          <a:prstGeom prst="rect">
            <a:avLst/>
          </a:prstGeom>
        </p:spPr>
      </p:pic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BA763559-6A81-7D8B-85EF-A4509288E99E}"/>
              </a:ext>
            </a:extLst>
          </p:cNvPr>
          <p:cNvSpPr txBox="1">
            <a:spLocks/>
          </p:cNvSpPr>
          <p:nvPr/>
        </p:nvSpPr>
        <p:spPr>
          <a:xfrm>
            <a:off x="8305245" y="4104651"/>
            <a:ext cx="3358071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marR="0" lvl="0" indent="-14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Lorem ipsum dolor sit amet,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consectetur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adipiscing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tempor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140400" marR="0" lvl="0" indent="-14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Quis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nostrud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exercitation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ullamco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40400" marR="0" lvl="0" indent="-14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Duis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irure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dolor </a:t>
            </a:r>
          </a:p>
        </p:txBody>
      </p:sp>
      <p:sp>
        <p:nvSpPr>
          <p:cNvPr id="55" name="Gleichschenkliges Dreieck 15">
            <a:extLst>
              <a:ext uri="{FF2B5EF4-FFF2-40B4-BE49-F238E27FC236}">
                <a16:creationId xmlns:a16="http://schemas.microsoft.com/office/drawing/2014/main" id="{1608F3E0-62C4-39C0-4396-B29E36E201C1}"/>
              </a:ext>
            </a:extLst>
          </p:cNvPr>
          <p:cNvSpPr>
            <a:spLocks noChangeAspect="1"/>
          </p:cNvSpPr>
          <p:nvPr/>
        </p:nvSpPr>
        <p:spPr>
          <a:xfrm rot="5400000">
            <a:off x="7734683" y="3748713"/>
            <a:ext cx="298800" cy="160690"/>
          </a:xfrm>
          <a:custGeom>
            <a:avLst/>
            <a:gdLst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  <a:gd name="connsiteX3" fmla="*/ 0 w 198882"/>
              <a:gd name="connsiteY3" fmla="*/ 113994 h 113994"/>
              <a:gd name="connsiteX0" fmla="*/ 0 w 198882"/>
              <a:gd name="connsiteY0" fmla="*/ 113994 h 205434"/>
              <a:gd name="connsiteX1" fmla="*/ 99441 w 198882"/>
              <a:gd name="connsiteY1" fmla="*/ 0 h 205434"/>
              <a:gd name="connsiteX2" fmla="*/ 198882 w 198882"/>
              <a:gd name="connsiteY2" fmla="*/ 113994 h 205434"/>
              <a:gd name="connsiteX3" fmla="*/ 91440 w 198882"/>
              <a:gd name="connsiteY3" fmla="*/ 205434 h 205434"/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882" h="113994">
                <a:moveTo>
                  <a:pt x="0" y="113994"/>
                </a:moveTo>
                <a:lnTo>
                  <a:pt x="99441" y="0"/>
                </a:lnTo>
                <a:lnTo>
                  <a:pt x="198882" y="113994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Text Placeholder 15">
            <a:extLst>
              <a:ext uri="{FF2B5EF4-FFF2-40B4-BE49-F238E27FC236}">
                <a16:creationId xmlns:a16="http://schemas.microsoft.com/office/drawing/2014/main" id="{64B83F9B-349B-FC3C-C7A2-99A76DA7CD2C}"/>
              </a:ext>
            </a:extLst>
          </p:cNvPr>
          <p:cNvSpPr/>
          <p:nvPr/>
        </p:nvSpPr>
        <p:spPr>
          <a:xfrm>
            <a:off x="407988" y="6275487"/>
            <a:ext cx="942566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11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Keywords: funnels</a:t>
            </a:r>
          </a:p>
        </p:txBody>
      </p:sp>
    </p:spTree>
    <p:extLst>
      <p:ext uri="{BB962C8B-B14F-4D97-AF65-F5344CB8AC3E}">
        <p14:creationId xmlns:p14="http://schemas.microsoft.com/office/powerpoint/2010/main" val="1133705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4065712-F53A-29F9-2B23-E0064D225FE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9" imgH="349" progId="TCLayout.ActiveDocument.1">
                  <p:embed/>
                </p:oleObj>
              </mc:Choice>
              <mc:Fallback>
                <p:oleObj name="think-cell Slide" r:id="rId3" imgW="349" imgH="34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065712-F53A-29F9-2B23-E0064D225F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1E6F33D1-FD8B-2C25-01B1-D6A8084C2247}"/>
              </a:ext>
            </a:extLst>
          </p:cNvPr>
          <p:cNvGrpSpPr/>
          <p:nvPr/>
        </p:nvGrpSpPr>
        <p:grpSpPr>
          <a:xfrm>
            <a:off x="3365478" y="1792377"/>
            <a:ext cx="5461044" cy="4356219"/>
            <a:chOff x="201123" y="706739"/>
            <a:chExt cx="4998429" cy="3987196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2CE384-A37C-8A55-F62A-8A84E4DCC7A6}"/>
                </a:ext>
              </a:extLst>
            </p:cNvPr>
            <p:cNvCxnSpPr>
              <a:cxnSpLocks/>
              <a:endCxn id="55" idx="0"/>
            </p:cNvCxnSpPr>
            <p:nvPr/>
          </p:nvCxnSpPr>
          <p:spPr>
            <a:xfrm>
              <a:off x="201123" y="2692923"/>
              <a:ext cx="1637447" cy="5317"/>
            </a:xfrm>
            <a:prstGeom prst="line">
              <a:avLst/>
            </a:prstGeom>
            <a:ln w="38100"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B8E9898-CDBE-4127-1268-B9DEDF4DE4B5}"/>
                </a:ext>
              </a:extLst>
            </p:cNvPr>
            <p:cNvCxnSpPr>
              <a:cxnSpLocks/>
              <a:endCxn id="58" idx="0"/>
            </p:cNvCxnSpPr>
            <p:nvPr/>
          </p:nvCxnSpPr>
          <p:spPr>
            <a:xfrm flipH="1">
              <a:off x="3565276" y="2691104"/>
              <a:ext cx="1634276" cy="7136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Shape 23">
              <a:extLst>
                <a:ext uri="{FF2B5EF4-FFF2-40B4-BE49-F238E27FC236}">
                  <a16:creationId xmlns:a16="http://schemas.microsoft.com/office/drawing/2014/main" id="{918E7115-2FA3-ECD2-43B1-FE6A492E4227}"/>
                </a:ext>
              </a:extLst>
            </p:cNvPr>
            <p:cNvSpPr/>
            <p:nvPr/>
          </p:nvSpPr>
          <p:spPr>
            <a:xfrm>
              <a:off x="3522691" y="1185453"/>
              <a:ext cx="1676861" cy="226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914" y="0"/>
                  </a:lnTo>
                  <a:lnTo>
                    <a:pt x="21600" y="0"/>
                  </a:lnTo>
                </a:path>
              </a:pathLst>
            </a:custGeom>
            <a:noFill/>
            <a:ln w="38100" cap="flat">
              <a:solidFill>
                <a:schemeClr val="bg2">
                  <a:lumMod val="90000"/>
                </a:schemeClr>
              </a:solidFill>
              <a:prstDash val="solid"/>
              <a:miter lim="400000"/>
              <a:tailEnd type="oval"/>
            </a:ln>
            <a:effectLst/>
          </p:spPr>
          <p:txBody>
            <a:bodyPr wrap="square" lIns="50787" tIns="50787" rIns="50787" bIns="50787" numCol="1" anchor="ctr">
              <a:noAutofit/>
            </a:bodyPr>
            <a:lstStyle/>
            <a:p>
              <a:pPr lvl="0"/>
              <a:endParaRPr sz="1400"/>
            </a:p>
          </p:txBody>
        </p:sp>
        <p:sp>
          <p:nvSpPr>
            <p:cNvPr id="23" name="Shape 24">
              <a:extLst>
                <a:ext uri="{FF2B5EF4-FFF2-40B4-BE49-F238E27FC236}">
                  <a16:creationId xmlns:a16="http://schemas.microsoft.com/office/drawing/2014/main" id="{1F5F9F52-6E43-0114-38EE-0B18267572A0}"/>
                </a:ext>
              </a:extLst>
            </p:cNvPr>
            <p:cNvSpPr/>
            <p:nvPr/>
          </p:nvSpPr>
          <p:spPr>
            <a:xfrm rot="10800000" flipH="1">
              <a:off x="3522691" y="4034721"/>
              <a:ext cx="1676861" cy="2262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914" y="0"/>
                  </a:lnTo>
                  <a:lnTo>
                    <a:pt x="21600" y="0"/>
                  </a:lnTo>
                </a:path>
              </a:pathLst>
            </a:custGeom>
            <a:noFill/>
            <a:ln w="38100" cap="flat">
              <a:solidFill>
                <a:schemeClr val="bg2">
                  <a:lumMod val="50000"/>
                </a:schemeClr>
              </a:solidFill>
              <a:prstDash val="solid"/>
              <a:miter lim="400000"/>
              <a:tailEnd type="oval"/>
            </a:ln>
            <a:effectLst/>
          </p:spPr>
          <p:txBody>
            <a:bodyPr wrap="square" lIns="50787" tIns="50787" rIns="50787" bIns="50787" numCol="1" anchor="ctr">
              <a:noAutofit/>
            </a:bodyPr>
            <a:lstStyle/>
            <a:p>
              <a:pPr lvl="0"/>
              <a:endParaRPr sz="1400"/>
            </a:p>
          </p:txBody>
        </p:sp>
        <p:sp>
          <p:nvSpPr>
            <p:cNvPr id="24" name="Shape 26">
              <a:extLst>
                <a:ext uri="{FF2B5EF4-FFF2-40B4-BE49-F238E27FC236}">
                  <a16:creationId xmlns:a16="http://schemas.microsoft.com/office/drawing/2014/main" id="{D6D6A42B-7465-1BBD-8A2D-8D9EFDA756A2}"/>
                </a:ext>
              </a:extLst>
            </p:cNvPr>
            <p:cNvSpPr/>
            <p:nvPr/>
          </p:nvSpPr>
          <p:spPr>
            <a:xfrm>
              <a:off x="201123" y="1185453"/>
              <a:ext cx="1676860" cy="226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8686" y="0"/>
                  </a:lnTo>
                  <a:lnTo>
                    <a:pt x="0" y="0"/>
                  </a:lnTo>
                </a:path>
              </a:pathLst>
            </a:custGeom>
            <a:noFill/>
            <a:ln w="38100" cap="flat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400000"/>
              <a:tailEnd type="oval"/>
            </a:ln>
            <a:effectLst/>
          </p:spPr>
          <p:txBody>
            <a:bodyPr wrap="square" lIns="50787" tIns="50787" rIns="50787" bIns="50787" numCol="1" anchor="ctr">
              <a:noAutofit/>
            </a:bodyPr>
            <a:lstStyle/>
            <a:p>
              <a:pPr lvl="0"/>
              <a:endParaRPr sz="1400"/>
            </a:p>
          </p:txBody>
        </p:sp>
        <p:sp>
          <p:nvSpPr>
            <p:cNvPr id="25" name="Shape 27">
              <a:extLst>
                <a:ext uri="{FF2B5EF4-FFF2-40B4-BE49-F238E27FC236}">
                  <a16:creationId xmlns:a16="http://schemas.microsoft.com/office/drawing/2014/main" id="{9469BEF7-E8A7-0381-C5BF-6FB0B31F0370}"/>
                </a:ext>
              </a:extLst>
            </p:cNvPr>
            <p:cNvSpPr/>
            <p:nvPr/>
          </p:nvSpPr>
          <p:spPr>
            <a:xfrm>
              <a:off x="201123" y="4034721"/>
              <a:ext cx="1676860" cy="2262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8686" y="21600"/>
                  </a:lnTo>
                  <a:lnTo>
                    <a:pt x="0" y="21600"/>
                  </a:lnTo>
                </a:path>
              </a:pathLst>
            </a:custGeom>
            <a:noFill/>
            <a:ln w="38100" cap="flat">
              <a:solidFill>
                <a:schemeClr val="accent1">
                  <a:lumMod val="50000"/>
                </a:schemeClr>
              </a:solidFill>
              <a:prstDash val="solid"/>
              <a:miter lim="400000"/>
              <a:tailEnd type="oval"/>
            </a:ln>
            <a:effectLst/>
          </p:spPr>
          <p:txBody>
            <a:bodyPr wrap="square" lIns="50787" tIns="50787" rIns="50787" bIns="50787" numCol="1" anchor="ctr">
              <a:noAutofit/>
            </a:bodyPr>
            <a:lstStyle/>
            <a:p>
              <a:pPr lvl="0"/>
              <a:endParaRPr sz="140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93DD5BB-93B3-9069-E2DD-AD51E9EE44F5}"/>
                </a:ext>
              </a:extLst>
            </p:cNvPr>
            <p:cNvGrpSpPr/>
            <p:nvPr/>
          </p:nvGrpSpPr>
          <p:grpSpPr>
            <a:xfrm>
              <a:off x="968679" y="706739"/>
              <a:ext cx="3462229" cy="3987196"/>
              <a:chOff x="968679" y="706739"/>
              <a:chExt cx="3462229" cy="3987196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2E1E893C-DF82-7DD4-8684-A2215A1079A5}"/>
                  </a:ext>
                </a:extLst>
              </p:cNvPr>
              <p:cNvGrpSpPr/>
              <p:nvPr/>
            </p:nvGrpSpPr>
            <p:grpSpPr>
              <a:xfrm>
                <a:off x="968679" y="706739"/>
                <a:ext cx="3462229" cy="3987196"/>
                <a:chOff x="968679" y="706739"/>
                <a:chExt cx="3462229" cy="3987196"/>
              </a:xfrm>
            </p:grpSpPr>
            <p:sp>
              <p:nvSpPr>
                <p:cNvPr id="54" name="Shape 6">
                  <a:extLst>
                    <a:ext uri="{FF2B5EF4-FFF2-40B4-BE49-F238E27FC236}">
                      <a16:creationId xmlns:a16="http://schemas.microsoft.com/office/drawing/2014/main" id="{9ED03A30-6A8C-F3C8-79C6-12847426E13E}"/>
                    </a:ext>
                  </a:extLst>
                </p:cNvPr>
                <p:cNvSpPr/>
                <p:nvPr/>
              </p:nvSpPr>
              <p:spPr>
                <a:xfrm>
                  <a:off x="968679" y="706739"/>
                  <a:ext cx="1730965" cy="1999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10802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/>
                  <a:endParaRPr sz="1400"/>
                </a:p>
              </p:txBody>
            </p:sp>
            <p:sp>
              <p:nvSpPr>
                <p:cNvPr id="55" name="Shape 7">
                  <a:extLst>
                    <a:ext uri="{FF2B5EF4-FFF2-40B4-BE49-F238E27FC236}">
                      <a16:creationId xmlns:a16="http://schemas.microsoft.com/office/drawing/2014/main" id="{DF4DED6D-C0B4-E627-CAC8-B1951AF0DE45}"/>
                    </a:ext>
                  </a:extLst>
                </p:cNvPr>
                <p:cNvSpPr/>
                <p:nvPr/>
              </p:nvSpPr>
              <p:spPr>
                <a:xfrm>
                  <a:off x="972938" y="1698780"/>
                  <a:ext cx="1731264" cy="199891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4" y="21600"/>
                      </a:lnTo>
                      <a:lnTo>
                        <a:pt x="21600" y="1080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/>
                  <a:endParaRPr sz="1400"/>
                </a:p>
              </p:txBody>
            </p:sp>
            <p:sp>
              <p:nvSpPr>
                <p:cNvPr id="56" name="Shape 8">
                  <a:extLst>
                    <a:ext uri="{FF2B5EF4-FFF2-40B4-BE49-F238E27FC236}">
                      <a16:creationId xmlns:a16="http://schemas.microsoft.com/office/drawing/2014/main" id="{50CA6B4F-78F3-0484-5181-45FD7855F433}"/>
                    </a:ext>
                  </a:extLst>
                </p:cNvPr>
                <p:cNvSpPr/>
                <p:nvPr/>
              </p:nvSpPr>
              <p:spPr>
                <a:xfrm>
                  <a:off x="968679" y="2694843"/>
                  <a:ext cx="1730965" cy="1999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21600"/>
                      </a:moveTo>
                      <a:lnTo>
                        <a:pt x="0" y="10798"/>
                      </a:lnTo>
                      <a:lnTo>
                        <a:pt x="21600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/>
                  <a:endParaRPr sz="1400"/>
                </a:p>
              </p:txBody>
            </p:sp>
            <p:sp>
              <p:nvSpPr>
                <p:cNvPr id="57" name="Shape 9">
                  <a:extLst>
                    <a:ext uri="{FF2B5EF4-FFF2-40B4-BE49-F238E27FC236}">
                      <a16:creationId xmlns:a16="http://schemas.microsoft.com/office/drawing/2014/main" id="{84CADD77-215D-A98A-AABF-B73C72E3FAB8}"/>
                    </a:ext>
                  </a:extLst>
                </p:cNvPr>
                <p:cNvSpPr/>
                <p:nvPr/>
              </p:nvSpPr>
              <p:spPr>
                <a:xfrm>
                  <a:off x="2699644" y="706739"/>
                  <a:ext cx="1730966" cy="1999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600" y="10802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>
                    <a:lumMod val="9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/>
                  <a:endParaRPr sz="1400"/>
                </a:p>
              </p:txBody>
            </p:sp>
            <p:sp>
              <p:nvSpPr>
                <p:cNvPr id="58" name="Shape 10">
                  <a:extLst>
                    <a:ext uri="{FF2B5EF4-FFF2-40B4-BE49-F238E27FC236}">
                      <a16:creationId xmlns:a16="http://schemas.microsoft.com/office/drawing/2014/main" id="{CA64B213-E129-DA9B-43A5-20A27442D141}"/>
                    </a:ext>
                  </a:extLst>
                </p:cNvPr>
                <p:cNvSpPr/>
                <p:nvPr/>
              </p:nvSpPr>
              <p:spPr>
                <a:xfrm>
                  <a:off x="2699644" y="1698780"/>
                  <a:ext cx="1731264" cy="199891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21596" y="21600"/>
                      </a:lnTo>
                      <a:lnTo>
                        <a:pt x="0" y="10801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/>
                  <a:endParaRPr sz="1400"/>
                </a:p>
              </p:txBody>
            </p:sp>
            <p:sp>
              <p:nvSpPr>
                <p:cNvPr id="59" name="Shape 11">
                  <a:extLst>
                    <a:ext uri="{FF2B5EF4-FFF2-40B4-BE49-F238E27FC236}">
                      <a16:creationId xmlns:a16="http://schemas.microsoft.com/office/drawing/2014/main" id="{74BA74FC-0574-5A5C-06F3-AE285C372DC2}"/>
                    </a:ext>
                  </a:extLst>
                </p:cNvPr>
                <p:cNvSpPr/>
                <p:nvPr/>
              </p:nvSpPr>
              <p:spPr>
                <a:xfrm>
                  <a:off x="2699644" y="2694843"/>
                  <a:ext cx="1730966" cy="1999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21600" y="10798"/>
                      </a:lnTo>
                      <a:lnTo>
                        <a:pt x="0" y="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/>
                  <a:endParaRPr sz="1400"/>
                </a:p>
              </p:txBody>
            </p:sp>
          </p:grpSp>
          <p:sp>
            <p:nvSpPr>
              <p:cNvPr id="53" name="Shape 13">
                <a:extLst>
                  <a:ext uri="{FF2B5EF4-FFF2-40B4-BE49-F238E27FC236}">
                    <a16:creationId xmlns:a16="http://schemas.microsoft.com/office/drawing/2014/main" id="{0F8A4183-C5CE-59B1-63AC-AA132872F70B}"/>
                  </a:ext>
                </a:extLst>
              </p:cNvPr>
              <p:cNvSpPr/>
              <p:nvPr/>
            </p:nvSpPr>
            <p:spPr>
              <a:xfrm>
                <a:off x="1834012" y="1706284"/>
                <a:ext cx="1731264" cy="19990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5400"/>
                    </a:lnTo>
                    <a:lnTo>
                      <a:pt x="21600" y="16200"/>
                    </a:lnTo>
                    <a:lnTo>
                      <a:pt x="10800" y="21600"/>
                    </a:lnTo>
                    <a:lnTo>
                      <a:pt x="0" y="162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 sz="1400"/>
              </a:p>
            </p:txBody>
          </p:sp>
        </p:grpSp>
        <p:pic>
          <p:nvPicPr>
            <p:cNvPr id="28" name="Graphic 27" descr="Store outline">
              <a:extLst>
                <a:ext uri="{FF2B5EF4-FFF2-40B4-BE49-F238E27FC236}">
                  <a16:creationId xmlns:a16="http://schemas.microsoft.com/office/drawing/2014/main" id="{49BB0D0A-E7A2-97CB-E7E5-CD7735A382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802538" y="1333879"/>
              <a:ext cx="492779" cy="492779"/>
            </a:xfrm>
            <a:prstGeom prst="rect">
              <a:avLst/>
            </a:prstGeom>
          </p:spPr>
        </p:pic>
        <p:pic>
          <p:nvPicPr>
            <p:cNvPr id="35" name="Graphic 34" descr="Target Audience outline">
              <a:extLst>
                <a:ext uri="{FF2B5EF4-FFF2-40B4-BE49-F238E27FC236}">
                  <a16:creationId xmlns:a16="http://schemas.microsoft.com/office/drawing/2014/main" id="{E7BE96C8-3401-2C6B-D96C-FD70801BF1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051155" y="1333879"/>
              <a:ext cx="492779" cy="492779"/>
            </a:xfrm>
            <a:prstGeom prst="rect">
              <a:avLst/>
            </a:prstGeom>
          </p:spPr>
        </p:pic>
        <p:pic>
          <p:nvPicPr>
            <p:cNvPr id="48" name="Graphic 47" descr="Gears outline">
              <a:extLst>
                <a:ext uri="{FF2B5EF4-FFF2-40B4-BE49-F238E27FC236}">
                  <a16:creationId xmlns:a16="http://schemas.microsoft.com/office/drawing/2014/main" id="{8B60187C-60A8-EFF4-AB63-16CD26DFEA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802538" y="3588617"/>
              <a:ext cx="492780" cy="492780"/>
            </a:xfrm>
            <a:prstGeom prst="rect">
              <a:avLst/>
            </a:prstGeom>
          </p:spPr>
        </p:pic>
        <p:pic>
          <p:nvPicPr>
            <p:cNvPr id="49" name="Graphic 48" descr="Cheers outline">
              <a:extLst>
                <a:ext uri="{FF2B5EF4-FFF2-40B4-BE49-F238E27FC236}">
                  <a16:creationId xmlns:a16="http://schemas.microsoft.com/office/drawing/2014/main" id="{67207C7D-6644-328B-1A06-50FACDB6AB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3051155" y="3588617"/>
              <a:ext cx="492780" cy="492780"/>
            </a:xfrm>
            <a:prstGeom prst="rect">
              <a:avLst/>
            </a:prstGeom>
          </p:spPr>
        </p:pic>
        <p:pic>
          <p:nvPicPr>
            <p:cNvPr id="50" name="Graphic 49" descr="Processor outline">
              <a:extLst>
                <a:ext uri="{FF2B5EF4-FFF2-40B4-BE49-F238E27FC236}">
                  <a16:creationId xmlns:a16="http://schemas.microsoft.com/office/drawing/2014/main" id="{765EBC30-6E9F-A8DE-676A-D3E79D4FD7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168220" y="2451849"/>
              <a:ext cx="492780" cy="492780"/>
            </a:xfrm>
            <a:prstGeom prst="rect">
              <a:avLst/>
            </a:prstGeom>
          </p:spPr>
        </p:pic>
        <p:pic>
          <p:nvPicPr>
            <p:cNvPr id="51" name="Graphic 50" descr="Money outline">
              <a:extLst>
                <a:ext uri="{FF2B5EF4-FFF2-40B4-BE49-F238E27FC236}">
                  <a16:creationId xmlns:a16="http://schemas.microsoft.com/office/drawing/2014/main" id="{1A54F8A3-552E-199A-4AD5-A5E452F320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3744791" y="2451849"/>
              <a:ext cx="492780" cy="492780"/>
            </a:xfrm>
            <a:prstGeom prst="rect">
              <a:avLst/>
            </a:prstGeom>
          </p:spPr>
        </p:pic>
      </p:grpSp>
      <p:sp>
        <p:nvSpPr>
          <p:cNvPr id="29" name="Subtitle 2">
            <a:extLst>
              <a:ext uri="{FF2B5EF4-FFF2-40B4-BE49-F238E27FC236}">
                <a16:creationId xmlns:a16="http://schemas.microsoft.com/office/drawing/2014/main" id="{87B4A472-BDA7-454A-8CFF-B4B4F307C2CF}"/>
              </a:ext>
            </a:extLst>
          </p:cNvPr>
          <p:cNvSpPr txBox="1">
            <a:spLocks/>
          </p:cNvSpPr>
          <p:nvPr/>
        </p:nvSpPr>
        <p:spPr>
          <a:xfrm>
            <a:off x="8946843" y="2128532"/>
            <a:ext cx="2873681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 algn="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400">
                <a:cs typeface="Open Sans Light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amet, </a:t>
            </a:r>
            <a:br>
              <a:rPr lang="en-US" dirty="0"/>
            </a:b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991154-26AA-A34E-9323-5D9AA17BDFE7}"/>
              </a:ext>
            </a:extLst>
          </p:cNvPr>
          <p:cNvSpPr txBox="1"/>
          <p:nvPr/>
        </p:nvSpPr>
        <p:spPr>
          <a:xfrm>
            <a:off x="8948431" y="1805424"/>
            <a:ext cx="2244044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r>
              <a:rPr lang="en-US" sz="1600"/>
              <a:t>Sample text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698F7FD5-F64C-A74B-A886-AD8A6D8B0B15}"/>
              </a:ext>
            </a:extLst>
          </p:cNvPr>
          <p:cNvSpPr txBox="1">
            <a:spLocks/>
          </p:cNvSpPr>
          <p:nvPr/>
        </p:nvSpPr>
        <p:spPr>
          <a:xfrm>
            <a:off x="8946843" y="3765173"/>
            <a:ext cx="2873681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400">
                <a:cs typeface="Open Sans Light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amet, </a:t>
            </a:r>
            <a:br>
              <a:rPr lang="en-US" dirty="0"/>
            </a:b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0E46B2-BFBC-7A40-B3E6-D164E77B9F7D}"/>
              </a:ext>
            </a:extLst>
          </p:cNvPr>
          <p:cNvSpPr txBox="1"/>
          <p:nvPr/>
        </p:nvSpPr>
        <p:spPr>
          <a:xfrm>
            <a:off x="8948431" y="3442065"/>
            <a:ext cx="2244044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r>
              <a:rPr lang="en-US" sz="1600"/>
              <a:t>Sample text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CDCF709-28C9-994B-9B47-B5C54CD0CD82}"/>
              </a:ext>
            </a:extLst>
          </p:cNvPr>
          <p:cNvSpPr txBox="1">
            <a:spLocks/>
          </p:cNvSpPr>
          <p:nvPr/>
        </p:nvSpPr>
        <p:spPr>
          <a:xfrm>
            <a:off x="8946843" y="5514004"/>
            <a:ext cx="2873681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400">
                <a:cs typeface="Open Sans Light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amet, </a:t>
            </a:r>
            <a:br>
              <a:rPr lang="en-US" dirty="0"/>
            </a:b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2E8D0B-3658-8248-A018-D44039271388}"/>
              </a:ext>
            </a:extLst>
          </p:cNvPr>
          <p:cNvSpPr txBox="1"/>
          <p:nvPr/>
        </p:nvSpPr>
        <p:spPr>
          <a:xfrm>
            <a:off x="8948431" y="5190896"/>
            <a:ext cx="2244044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r>
              <a:rPr lang="en-US" sz="1600"/>
              <a:t>Sample text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152FD747-E436-444C-8158-06A45D3DBDEA}"/>
              </a:ext>
            </a:extLst>
          </p:cNvPr>
          <p:cNvSpPr txBox="1">
            <a:spLocks/>
          </p:cNvSpPr>
          <p:nvPr/>
        </p:nvSpPr>
        <p:spPr>
          <a:xfrm>
            <a:off x="407988" y="2128532"/>
            <a:ext cx="2837170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400" dirty="0">
                <a:solidFill>
                  <a:schemeClr val="tx1"/>
                </a:solidFill>
                <a:latin typeface="+mn-lt"/>
              </a:rPr>
              <a:t>Lorem ipsum dolor sit amet, </a:t>
            </a:r>
            <a:br>
              <a:rPr lang="en-US" sz="1400" dirty="0">
                <a:solidFill>
                  <a:schemeClr val="tx1"/>
                </a:solidFill>
                <a:latin typeface="+mn-lt"/>
              </a:rPr>
            </a:br>
            <a:r>
              <a:rPr lang="en-US" sz="1400" dirty="0" err="1">
                <a:solidFill>
                  <a:schemeClr val="tx1"/>
                </a:solidFill>
                <a:latin typeface="+mn-lt"/>
              </a:rPr>
              <a:t>consectetur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n-lt"/>
              </a:rPr>
              <a:t>adipiscing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n-lt"/>
              </a:rPr>
              <a:t>elit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n-lt"/>
              </a:rPr>
              <a:t>tempor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63EA91AF-861B-194F-9369-219991C3B7EA}"/>
              </a:ext>
            </a:extLst>
          </p:cNvPr>
          <p:cNvSpPr txBox="1">
            <a:spLocks/>
          </p:cNvSpPr>
          <p:nvPr/>
        </p:nvSpPr>
        <p:spPr>
          <a:xfrm>
            <a:off x="407988" y="3765173"/>
            <a:ext cx="2837170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 algn="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400">
                <a:cs typeface="Open Sans Light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amet, </a:t>
            </a:r>
            <a:br>
              <a:rPr lang="en-US" dirty="0"/>
            </a:b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848753-A518-BC45-A6E7-55B101F533F6}"/>
              </a:ext>
            </a:extLst>
          </p:cNvPr>
          <p:cNvSpPr txBox="1"/>
          <p:nvPr/>
        </p:nvSpPr>
        <p:spPr>
          <a:xfrm>
            <a:off x="1001113" y="3442065"/>
            <a:ext cx="2240939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r"/>
            <a:r>
              <a:rPr lang="en-US" sz="1600"/>
              <a:t>Sample text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823201-0659-834F-A28F-B7A29C23BB94}"/>
              </a:ext>
            </a:extLst>
          </p:cNvPr>
          <p:cNvSpPr txBox="1"/>
          <p:nvPr/>
        </p:nvSpPr>
        <p:spPr>
          <a:xfrm>
            <a:off x="1001113" y="1805424"/>
            <a:ext cx="2240939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r"/>
            <a:r>
              <a:rPr lang="en-US" sz="1600"/>
              <a:t>Sample text</a:t>
            </a:r>
          </a:p>
        </p:txBody>
      </p:sp>
      <p:sp>
        <p:nvSpPr>
          <p:cNvPr id="40" name="Subtitle 2">
            <a:extLst>
              <a:ext uri="{FF2B5EF4-FFF2-40B4-BE49-F238E27FC236}">
                <a16:creationId xmlns:a16="http://schemas.microsoft.com/office/drawing/2014/main" id="{362015BB-E9FA-F949-9ED5-F1EC37E4250D}"/>
              </a:ext>
            </a:extLst>
          </p:cNvPr>
          <p:cNvSpPr txBox="1">
            <a:spLocks/>
          </p:cNvSpPr>
          <p:nvPr/>
        </p:nvSpPr>
        <p:spPr>
          <a:xfrm>
            <a:off x="407988" y="5514004"/>
            <a:ext cx="2837170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 algn="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400">
                <a:cs typeface="Open Sans Light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amet, </a:t>
            </a:r>
            <a:br>
              <a:rPr lang="en-US" dirty="0"/>
            </a:b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66E135-95AB-C24F-BA94-5252DDC1C21E}"/>
              </a:ext>
            </a:extLst>
          </p:cNvPr>
          <p:cNvSpPr txBox="1"/>
          <p:nvPr/>
        </p:nvSpPr>
        <p:spPr>
          <a:xfrm>
            <a:off x="1001113" y="5190896"/>
            <a:ext cx="2240939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r"/>
            <a:r>
              <a:rPr lang="en-US" sz="1600"/>
              <a:t>Sample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A0B404-A65C-F71C-75F2-977BD1F05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58578"/>
            <a:ext cx="11412000" cy="387798"/>
          </a:xfrm>
        </p:spPr>
        <p:txBody>
          <a:bodyPr vert="horz" rIns="0">
            <a:spAutoFit/>
          </a:bodyPr>
          <a:lstStyle/>
          <a:p>
            <a:r>
              <a:rPr lang="en-US"/>
              <a:t>Cube with six dimensions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E4458383-0649-C680-794A-F5A99B0BE692}"/>
              </a:ext>
            </a:extLst>
          </p:cNvPr>
          <p:cNvSpPr/>
          <p:nvPr/>
        </p:nvSpPr>
        <p:spPr>
          <a:xfrm>
            <a:off x="407988" y="6275487"/>
            <a:ext cx="2596865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fr-FR" sz="900" noProof="0">
                <a:solidFill>
                  <a:schemeClr val="tx2"/>
                </a:solidFill>
                <a:latin typeface="Arial" panose="020B0604020202020204" pitchFamily="34" charset="0"/>
              </a:rPr>
              <a:t>Keywords: segment, segments, cubes, dimension</a:t>
            </a:r>
          </a:p>
        </p:txBody>
      </p:sp>
    </p:spTree>
    <p:extLst>
      <p:ext uri="{BB962C8B-B14F-4D97-AF65-F5344CB8AC3E}">
        <p14:creationId xmlns:p14="http://schemas.microsoft.com/office/powerpoint/2010/main" val="2342472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3D pyramid with three layers</a:t>
            </a:r>
          </a:p>
        </p:txBody>
      </p:sp>
      <p:sp>
        <p:nvSpPr>
          <p:cNvPr id="2" name="_color1">
            <a:extLst>
              <a:ext uri="{FF2B5EF4-FFF2-40B4-BE49-F238E27FC236}">
                <a16:creationId xmlns:a16="http://schemas.microsoft.com/office/drawing/2014/main" id="{74BD5F06-8639-2A6D-BC15-3BC6173AA8EE}"/>
              </a:ext>
            </a:extLst>
          </p:cNvPr>
          <p:cNvSpPr>
            <a:spLocks noChangeAspect="1"/>
          </p:cNvSpPr>
          <p:nvPr/>
        </p:nvSpPr>
        <p:spPr bwMode="gray">
          <a:xfrm>
            <a:off x="407986" y="4377592"/>
            <a:ext cx="2447399" cy="1680308"/>
          </a:xfrm>
          <a:custGeom>
            <a:avLst/>
            <a:gdLst/>
            <a:ahLst/>
            <a:cxnLst>
              <a:cxn ang="0">
                <a:pos x="1776" y="208"/>
              </a:cxn>
              <a:cxn ang="0">
                <a:pos x="684" y="0"/>
              </a:cxn>
              <a:cxn ang="0">
                <a:pos x="412" y="470"/>
              </a:cxn>
              <a:cxn ang="0">
                <a:pos x="294" y="672"/>
              </a:cxn>
              <a:cxn ang="0">
                <a:pos x="0" y="1180"/>
              </a:cxn>
              <a:cxn ang="0">
                <a:pos x="2249" y="1611"/>
              </a:cxn>
              <a:cxn ang="0">
                <a:pos x="2249" y="298"/>
              </a:cxn>
              <a:cxn ang="0">
                <a:pos x="1776" y="208"/>
              </a:cxn>
            </a:cxnLst>
            <a:rect l="0" t="0" r="r" b="b"/>
            <a:pathLst>
              <a:path w="2249" h="1611">
                <a:moveTo>
                  <a:pt x="1776" y="208"/>
                </a:moveTo>
                <a:lnTo>
                  <a:pt x="684" y="0"/>
                </a:lnTo>
                <a:lnTo>
                  <a:pt x="412" y="470"/>
                </a:lnTo>
                <a:lnTo>
                  <a:pt x="294" y="672"/>
                </a:lnTo>
                <a:lnTo>
                  <a:pt x="0" y="1180"/>
                </a:lnTo>
                <a:lnTo>
                  <a:pt x="2249" y="1611"/>
                </a:lnTo>
                <a:lnTo>
                  <a:pt x="2249" y="298"/>
                </a:lnTo>
                <a:lnTo>
                  <a:pt x="1776" y="208"/>
                </a:lnTo>
                <a:close/>
              </a:path>
            </a:pathLst>
          </a:custGeom>
          <a:solidFill>
            <a:schemeClr val="bg2"/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5000"/>
              </a:lnSpc>
              <a:spcAft>
                <a:spcPts val="801"/>
              </a:spcAft>
            </a:pPr>
            <a:endParaRPr lang="en-US" sz="1579">
              <a:solidFill>
                <a:prstClr val="black"/>
              </a:solidFill>
            </a:endParaRPr>
          </a:p>
        </p:txBody>
      </p:sp>
      <p:sp>
        <p:nvSpPr>
          <p:cNvPr id="3" name="_color1">
            <a:extLst>
              <a:ext uri="{FF2B5EF4-FFF2-40B4-BE49-F238E27FC236}">
                <a16:creationId xmlns:a16="http://schemas.microsoft.com/office/drawing/2014/main" id="{02D0C192-AEB5-C82C-3134-1CDA3D0511B2}"/>
              </a:ext>
            </a:extLst>
          </p:cNvPr>
          <p:cNvSpPr>
            <a:spLocks noChangeAspect="1"/>
          </p:cNvSpPr>
          <p:nvPr/>
        </p:nvSpPr>
        <p:spPr bwMode="gray">
          <a:xfrm>
            <a:off x="2855385" y="4377592"/>
            <a:ext cx="2438556" cy="1680308"/>
          </a:xfrm>
          <a:custGeom>
            <a:avLst/>
            <a:gdLst/>
            <a:ahLst/>
            <a:cxnLst>
              <a:cxn ang="0">
                <a:pos x="1946" y="670"/>
              </a:cxn>
              <a:cxn ang="0">
                <a:pos x="1830" y="468"/>
              </a:cxn>
              <a:cxn ang="0">
                <a:pos x="1558" y="0"/>
              </a:cxn>
              <a:cxn ang="0">
                <a:pos x="470" y="208"/>
              </a:cxn>
              <a:cxn ang="0">
                <a:pos x="0" y="298"/>
              </a:cxn>
              <a:cxn ang="0">
                <a:pos x="0" y="1611"/>
              </a:cxn>
              <a:cxn ang="0">
                <a:pos x="2242" y="1180"/>
              </a:cxn>
              <a:cxn ang="0">
                <a:pos x="1946" y="670"/>
              </a:cxn>
            </a:cxnLst>
            <a:rect l="0" t="0" r="r" b="b"/>
            <a:pathLst>
              <a:path w="2242" h="1611">
                <a:moveTo>
                  <a:pt x="1946" y="670"/>
                </a:moveTo>
                <a:lnTo>
                  <a:pt x="1830" y="468"/>
                </a:lnTo>
                <a:lnTo>
                  <a:pt x="1558" y="0"/>
                </a:lnTo>
                <a:lnTo>
                  <a:pt x="470" y="208"/>
                </a:lnTo>
                <a:lnTo>
                  <a:pt x="0" y="298"/>
                </a:lnTo>
                <a:lnTo>
                  <a:pt x="0" y="1611"/>
                </a:lnTo>
                <a:lnTo>
                  <a:pt x="2242" y="1180"/>
                </a:lnTo>
                <a:lnTo>
                  <a:pt x="1946" y="670"/>
                </a:lnTo>
                <a:close/>
              </a:path>
            </a:pathLst>
          </a:custGeom>
          <a:solidFill>
            <a:schemeClr val="bg2"/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5000"/>
              </a:lnSpc>
              <a:spcAft>
                <a:spcPts val="801"/>
              </a:spcAft>
            </a:pPr>
            <a:endParaRPr lang="en-US" sz="1579">
              <a:solidFill>
                <a:prstClr val="black"/>
              </a:solidFill>
            </a:endParaRPr>
          </a:p>
        </p:txBody>
      </p:sp>
      <p:sp>
        <p:nvSpPr>
          <p:cNvPr id="4" name="_color1">
            <a:extLst>
              <a:ext uri="{FF2B5EF4-FFF2-40B4-BE49-F238E27FC236}">
                <a16:creationId xmlns:a16="http://schemas.microsoft.com/office/drawing/2014/main" id="{D8A4AE63-C160-ED4B-F299-A6B91292C258}"/>
              </a:ext>
            </a:extLst>
          </p:cNvPr>
          <p:cNvSpPr>
            <a:spLocks noChangeAspect="1"/>
          </p:cNvSpPr>
          <p:nvPr/>
        </p:nvSpPr>
        <p:spPr bwMode="gray">
          <a:xfrm>
            <a:off x="407986" y="5158528"/>
            <a:ext cx="2447399" cy="899372"/>
          </a:xfrm>
          <a:custGeom>
            <a:avLst/>
            <a:gdLst/>
            <a:ahLst/>
            <a:cxnLst>
              <a:cxn ang="0">
                <a:pos x="0" y="428"/>
              </a:cxn>
              <a:cxn ang="0">
                <a:pos x="2249" y="0"/>
              </a:cxn>
              <a:cxn ang="0">
                <a:pos x="2249" y="859"/>
              </a:cxn>
              <a:cxn ang="0">
                <a:pos x="0" y="428"/>
              </a:cxn>
            </a:cxnLst>
            <a:rect l="0" t="0" r="r" b="b"/>
            <a:pathLst>
              <a:path w="2249" h="859">
                <a:moveTo>
                  <a:pt x="0" y="428"/>
                </a:moveTo>
                <a:lnTo>
                  <a:pt x="2249" y="0"/>
                </a:lnTo>
                <a:lnTo>
                  <a:pt x="2249" y="859"/>
                </a:lnTo>
                <a:lnTo>
                  <a:pt x="0" y="42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5000"/>
              </a:lnSpc>
              <a:spcAft>
                <a:spcPts val="801"/>
              </a:spcAft>
            </a:pPr>
            <a:endParaRPr lang="en-US" sz="1579">
              <a:solidFill>
                <a:prstClr val="black"/>
              </a:solidFill>
            </a:endParaRPr>
          </a:p>
        </p:txBody>
      </p:sp>
      <p:sp>
        <p:nvSpPr>
          <p:cNvPr id="6" name="_color1">
            <a:extLst>
              <a:ext uri="{FF2B5EF4-FFF2-40B4-BE49-F238E27FC236}">
                <a16:creationId xmlns:a16="http://schemas.microsoft.com/office/drawing/2014/main" id="{B59B6675-A825-2FBF-BB8C-AE8919869B6C}"/>
              </a:ext>
            </a:extLst>
          </p:cNvPr>
          <p:cNvSpPr>
            <a:spLocks noChangeAspect="1"/>
          </p:cNvSpPr>
          <p:nvPr/>
        </p:nvSpPr>
        <p:spPr bwMode="gray">
          <a:xfrm>
            <a:off x="2855385" y="5158528"/>
            <a:ext cx="2438556" cy="89937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242" y="428"/>
              </a:cxn>
              <a:cxn ang="0">
                <a:pos x="0" y="859"/>
              </a:cxn>
              <a:cxn ang="0">
                <a:pos x="0" y="0"/>
              </a:cxn>
            </a:cxnLst>
            <a:rect l="0" t="0" r="r" b="b"/>
            <a:pathLst>
              <a:path w="2242" h="859">
                <a:moveTo>
                  <a:pt x="0" y="0"/>
                </a:moveTo>
                <a:lnTo>
                  <a:pt x="2242" y="428"/>
                </a:lnTo>
                <a:lnTo>
                  <a:pt x="0" y="859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5000"/>
              </a:lnSpc>
              <a:spcAft>
                <a:spcPts val="801"/>
              </a:spcAft>
            </a:pPr>
            <a:endParaRPr lang="en-US" sz="1579">
              <a:solidFill>
                <a:prstClr val="black"/>
              </a:solidFill>
            </a:endParaRPr>
          </a:p>
        </p:txBody>
      </p:sp>
      <p:sp>
        <p:nvSpPr>
          <p:cNvPr id="7" name="_color1">
            <a:extLst>
              <a:ext uri="{FF2B5EF4-FFF2-40B4-BE49-F238E27FC236}">
                <a16:creationId xmlns:a16="http://schemas.microsoft.com/office/drawing/2014/main" id="{0C9D575C-B2DE-86C3-2202-96CBC11F5D81}"/>
              </a:ext>
            </a:extLst>
          </p:cNvPr>
          <p:cNvSpPr>
            <a:spLocks noChangeAspect="1"/>
          </p:cNvSpPr>
          <p:nvPr/>
        </p:nvSpPr>
        <p:spPr bwMode="gray">
          <a:xfrm>
            <a:off x="1150695" y="4281363"/>
            <a:ext cx="3404078" cy="405273"/>
          </a:xfrm>
          <a:custGeom>
            <a:avLst/>
            <a:gdLst/>
            <a:ahLst/>
            <a:cxnLst>
              <a:cxn ang="0">
                <a:pos x="0" y="88"/>
              </a:cxn>
              <a:cxn ang="0">
                <a:pos x="470" y="0"/>
              </a:cxn>
              <a:cxn ang="0">
                <a:pos x="1567" y="208"/>
              </a:cxn>
              <a:cxn ang="0">
                <a:pos x="2661" y="0"/>
              </a:cxn>
              <a:cxn ang="0">
                <a:pos x="3129" y="88"/>
              </a:cxn>
              <a:cxn ang="0">
                <a:pos x="1567" y="388"/>
              </a:cxn>
              <a:cxn ang="0">
                <a:pos x="0" y="88"/>
              </a:cxn>
            </a:cxnLst>
            <a:rect l="0" t="0" r="r" b="b"/>
            <a:pathLst>
              <a:path w="3129" h="388">
                <a:moveTo>
                  <a:pt x="0" y="88"/>
                </a:moveTo>
                <a:lnTo>
                  <a:pt x="470" y="0"/>
                </a:lnTo>
                <a:lnTo>
                  <a:pt x="1567" y="208"/>
                </a:lnTo>
                <a:lnTo>
                  <a:pt x="2661" y="0"/>
                </a:lnTo>
                <a:lnTo>
                  <a:pt x="3129" y="88"/>
                </a:lnTo>
                <a:lnTo>
                  <a:pt x="1567" y="388"/>
                </a:lnTo>
                <a:lnTo>
                  <a:pt x="0" y="8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5000"/>
              </a:lnSpc>
              <a:spcAft>
                <a:spcPts val="801"/>
              </a:spcAft>
            </a:pPr>
            <a:endParaRPr lang="en-US" sz="1579">
              <a:solidFill>
                <a:prstClr val="black"/>
              </a:solidFill>
            </a:endParaRPr>
          </a:p>
        </p:txBody>
      </p:sp>
      <p:sp>
        <p:nvSpPr>
          <p:cNvPr id="9" name="_effect">
            <a:extLst>
              <a:ext uri="{FF2B5EF4-FFF2-40B4-BE49-F238E27FC236}">
                <a16:creationId xmlns:a16="http://schemas.microsoft.com/office/drawing/2014/main" id="{124BEB90-E2A0-67EA-8A1E-451A52A8FE1A}"/>
              </a:ext>
            </a:extLst>
          </p:cNvPr>
          <p:cNvSpPr>
            <a:spLocks noChangeAspect="1"/>
          </p:cNvSpPr>
          <p:nvPr/>
        </p:nvSpPr>
        <p:spPr bwMode="gray">
          <a:xfrm>
            <a:off x="1251490" y="4118878"/>
            <a:ext cx="3198948" cy="380852"/>
          </a:xfrm>
          <a:custGeom>
            <a:avLst/>
            <a:gdLst/>
            <a:ahLst/>
            <a:cxnLst>
              <a:cxn ang="0">
                <a:pos x="0" y="88"/>
              </a:cxn>
              <a:cxn ang="0">
                <a:pos x="470" y="0"/>
              </a:cxn>
              <a:cxn ang="0">
                <a:pos x="1567" y="208"/>
              </a:cxn>
              <a:cxn ang="0">
                <a:pos x="2661" y="0"/>
              </a:cxn>
              <a:cxn ang="0">
                <a:pos x="3129" y="88"/>
              </a:cxn>
              <a:cxn ang="0">
                <a:pos x="1567" y="388"/>
              </a:cxn>
              <a:cxn ang="0">
                <a:pos x="0" y="88"/>
              </a:cxn>
            </a:cxnLst>
            <a:rect l="0" t="0" r="r" b="b"/>
            <a:pathLst>
              <a:path w="3129" h="388">
                <a:moveTo>
                  <a:pt x="0" y="88"/>
                </a:moveTo>
                <a:lnTo>
                  <a:pt x="470" y="0"/>
                </a:lnTo>
                <a:lnTo>
                  <a:pt x="1567" y="208"/>
                </a:lnTo>
                <a:lnTo>
                  <a:pt x="2661" y="0"/>
                </a:lnTo>
                <a:lnTo>
                  <a:pt x="3129" y="88"/>
                </a:lnTo>
                <a:lnTo>
                  <a:pt x="1567" y="388"/>
                </a:lnTo>
                <a:lnTo>
                  <a:pt x="0" y="8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801"/>
              </a:spcAft>
              <a:buClrTx/>
              <a:buSzTx/>
              <a:buFontTx/>
              <a:buNone/>
              <a:tabLst/>
              <a:defRPr/>
            </a:pPr>
            <a:endParaRPr kumimoji="0" lang="en-US" sz="157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1" name="_color1">
            <a:extLst>
              <a:ext uri="{FF2B5EF4-FFF2-40B4-BE49-F238E27FC236}">
                <a16:creationId xmlns:a16="http://schemas.microsoft.com/office/drawing/2014/main" id="{20CED6E4-F8A7-C867-DF63-0137684A145A}"/>
              </a:ext>
            </a:extLst>
          </p:cNvPr>
          <p:cNvSpPr>
            <a:spLocks noChangeAspect="1"/>
          </p:cNvSpPr>
          <p:nvPr/>
        </p:nvSpPr>
        <p:spPr bwMode="gray">
          <a:xfrm>
            <a:off x="1251490" y="2965615"/>
            <a:ext cx="1603896" cy="1534113"/>
          </a:xfrm>
          <a:custGeom>
            <a:avLst/>
            <a:gdLst/>
            <a:ahLst/>
            <a:cxnLst>
              <a:cxn ang="0">
                <a:pos x="1002" y="60"/>
              </a:cxn>
              <a:cxn ang="0">
                <a:pos x="688" y="0"/>
              </a:cxn>
              <a:cxn ang="0">
                <a:pos x="610" y="134"/>
              </a:cxn>
              <a:cxn ang="0">
                <a:pos x="494" y="336"/>
              </a:cxn>
              <a:cxn ang="0">
                <a:pos x="0" y="1190"/>
              </a:cxn>
              <a:cxn ang="0">
                <a:pos x="1473" y="1470"/>
              </a:cxn>
              <a:cxn ang="0">
                <a:pos x="1473" y="150"/>
              </a:cxn>
              <a:cxn ang="0">
                <a:pos x="1002" y="60"/>
              </a:cxn>
            </a:cxnLst>
            <a:rect l="0" t="0" r="r" b="b"/>
            <a:pathLst>
              <a:path w="1473" h="1470">
                <a:moveTo>
                  <a:pt x="1002" y="60"/>
                </a:moveTo>
                <a:lnTo>
                  <a:pt x="688" y="0"/>
                </a:lnTo>
                <a:lnTo>
                  <a:pt x="610" y="134"/>
                </a:lnTo>
                <a:lnTo>
                  <a:pt x="494" y="336"/>
                </a:lnTo>
                <a:lnTo>
                  <a:pt x="0" y="1190"/>
                </a:lnTo>
                <a:lnTo>
                  <a:pt x="1473" y="1470"/>
                </a:lnTo>
                <a:lnTo>
                  <a:pt x="1473" y="150"/>
                </a:lnTo>
                <a:lnTo>
                  <a:pt x="1002" y="6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5000"/>
              </a:lnSpc>
              <a:spcAft>
                <a:spcPts val="801"/>
              </a:spcAft>
            </a:pPr>
            <a:endParaRPr lang="en-US" sz="1579">
              <a:solidFill>
                <a:prstClr val="black"/>
              </a:solidFill>
            </a:endParaRPr>
          </a:p>
        </p:txBody>
      </p:sp>
      <p:sp>
        <p:nvSpPr>
          <p:cNvPr id="12" name="_color1">
            <a:extLst>
              <a:ext uri="{FF2B5EF4-FFF2-40B4-BE49-F238E27FC236}">
                <a16:creationId xmlns:a16="http://schemas.microsoft.com/office/drawing/2014/main" id="{C4E60F2A-6589-872A-1111-50F6E43F7EEE}"/>
              </a:ext>
            </a:extLst>
          </p:cNvPr>
          <p:cNvSpPr>
            <a:spLocks noChangeAspect="1"/>
          </p:cNvSpPr>
          <p:nvPr/>
        </p:nvSpPr>
        <p:spPr bwMode="gray">
          <a:xfrm>
            <a:off x="2855385" y="2965615"/>
            <a:ext cx="1595052" cy="1534113"/>
          </a:xfrm>
          <a:custGeom>
            <a:avLst/>
            <a:gdLst/>
            <a:ahLst/>
            <a:cxnLst>
              <a:cxn ang="0">
                <a:pos x="970" y="336"/>
              </a:cxn>
              <a:cxn ang="0">
                <a:pos x="854" y="134"/>
              </a:cxn>
              <a:cxn ang="0">
                <a:pos x="778" y="0"/>
              </a:cxn>
              <a:cxn ang="0">
                <a:pos x="468" y="60"/>
              </a:cxn>
              <a:cxn ang="0">
                <a:pos x="0" y="150"/>
              </a:cxn>
              <a:cxn ang="0">
                <a:pos x="0" y="1470"/>
              </a:cxn>
              <a:cxn ang="0">
                <a:pos x="1466" y="1190"/>
              </a:cxn>
              <a:cxn ang="0">
                <a:pos x="970" y="336"/>
              </a:cxn>
            </a:cxnLst>
            <a:rect l="0" t="0" r="r" b="b"/>
            <a:pathLst>
              <a:path w="1466" h="1470">
                <a:moveTo>
                  <a:pt x="970" y="336"/>
                </a:moveTo>
                <a:lnTo>
                  <a:pt x="854" y="134"/>
                </a:lnTo>
                <a:lnTo>
                  <a:pt x="778" y="0"/>
                </a:lnTo>
                <a:lnTo>
                  <a:pt x="468" y="60"/>
                </a:lnTo>
                <a:lnTo>
                  <a:pt x="0" y="150"/>
                </a:lnTo>
                <a:lnTo>
                  <a:pt x="0" y="1470"/>
                </a:lnTo>
                <a:lnTo>
                  <a:pt x="1466" y="1190"/>
                </a:lnTo>
                <a:lnTo>
                  <a:pt x="970" y="336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5000"/>
              </a:lnSpc>
              <a:spcAft>
                <a:spcPts val="801"/>
              </a:spcAft>
            </a:pPr>
            <a:endParaRPr lang="en-US" sz="1579">
              <a:solidFill>
                <a:prstClr val="black"/>
              </a:solidFill>
            </a:endParaRPr>
          </a:p>
        </p:txBody>
      </p:sp>
      <p:sp>
        <p:nvSpPr>
          <p:cNvPr id="13" name="_color1">
            <a:extLst>
              <a:ext uri="{FF2B5EF4-FFF2-40B4-BE49-F238E27FC236}">
                <a16:creationId xmlns:a16="http://schemas.microsoft.com/office/drawing/2014/main" id="{5EBBA42A-4A5A-83B6-DE9D-FA44BAA41EE1}"/>
              </a:ext>
            </a:extLst>
          </p:cNvPr>
          <p:cNvSpPr>
            <a:spLocks noChangeAspect="1"/>
          </p:cNvSpPr>
          <p:nvPr/>
        </p:nvSpPr>
        <p:spPr bwMode="gray">
          <a:xfrm>
            <a:off x="1263868" y="3924204"/>
            <a:ext cx="1591517" cy="575523"/>
          </a:xfrm>
          <a:custGeom>
            <a:avLst/>
            <a:gdLst/>
            <a:ahLst/>
            <a:cxnLst>
              <a:cxn ang="0">
                <a:pos x="0" y="274"/>
              </a:cxn>
              <a:cxn ang="0">
                <a:pos x="1461" y="0"/>
              </a:cxn>
              <a:cxn ang="0">
                <a:pos x="1461" y="552"/>
              </a:cxn>
              <a:cxn ang="0">
                <a:pos x="0" y="274"/>
              </a:cxn>
            </a:cxnLst>
            <a:rect l="0" t="0" r="r" b="b"/>
            <a:pathLst>
              <a:path w="1461" h="552">
                <a:moveTo>
                  <a:pt x="0" y="274"/>
                </a:moveTo>
                <a:lnTo>
                  <a:pt x="1461" y="0"/>
                </a:lnTo>
                <a:lnTo>
                  <a:pt x="1461" y="552"/>
                </a:lnTo>
                <a:lnTo>
                  <a:pt x="0" y="274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5000"/>
              </a:lnSpc>
              <a:spcAft>
                <a:spcPts val="801"/>
              </a:spcAft>
            </a:pPr>
            <a:endParaRPr lang="en-US" sz="1579">
              <a:solidFill>
                <a:prstClr val="black"/>
              </a:solidFill>
            </a:endParaRPr>
          </a:p>
        </p:txBody>
      </p:sp>
      <p:sp>
        <p:nvSpPr>
          <p:cNvPr id="14" name="_color1">
            <a:extLst>
              <a:ext uri="{FF2B5EF4-FFF2-40B4-BE49-F238E27FC236}">
                <a16:creationId xmlns:a16="http://schemas.microsoft.com/office/drawing/2014/main" id="{366B8E55-0189-AC74-0A56-8D156845DA3A}"/>
              </a:ext>
            </a:extLst>
          </p:cNvPr>
          <p:cNvSpPr>
            <a:spLocks noChangeAspect="1"/>
          </p:cNvSpPr>
          <p:nvPr/>
        </p:nvSpPr>
        <p:spPr bwMode="gray">
          <a:xfrm>
            <a:off x="2855385" y="3924204"/>
            <a:ext cx="1595052" cy="57552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66" y="272"/>
              </a:cxn>
              <a:cxn ang="0">
                <a:pos x="0" y="552"/>
              </a:cxn>
              <a:cxn ang="0">
                <a:pos x="0" y="0"/>
              </a:cxn>
            </a:cxnLst>
            <a:rect l="0" t="0" r="r" b="b"/>
            <a:pathLst>
              <a:path w="1466" h="552">
                <a:moveTo>
                  <a:pt x="0" y="0"/>
                </a:moveTo>
                <a:lnTo>
                  <a:pt x="1466" y="272"/>
                </a:lnTo>
                <a:lnTo>
                  <a:pt x="0" y="552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5000"/>
              </a:lnSpc>
              <a:spcAft>
                <a:spcPts val="801"/>
              </a:spcAft>
            </a:pPr>
            <a:endParaRPr lang="en-US" sz="1579">
              <a:solidFill>
                <a:prstClr val="black"/>
              </a:solidFill>
            </a:endParaRPr>
          </a:p>
        </p:txBody>
      </p:sp>
      <p:sp>
        <p:nvSpPr>
          <p:cNvPr id="15" name="_color1">
            <a:extLst>
              <a:ext uri="{FF2B5EF4-FFF2-40B4-BE49-F238E27FC236}">
                <a16:creationId xmlns:a16="http://schemas.microsoft.com/office/drawing/2014/main" id="{EDB94940-5DDE-E963-F609-75451FA8A4DC}"/>
              </a:ext>
            </a:extLst>
          </p:cNvPr>
          <p:cNvSpPr>
            <a:spLocks noChangeAspect="1"/>
          </p:cNvSpPr>
          <p:nvPr/>
        </p:nvSpPr>
        <p:spPr bwMode="gray">
          <a:xfrm>
            <a:off x="1999503" y="2873086"/>
            <a:ext cx="1702922" cy="249825"/>
          </a:xfrm>
          <a:custGeom>
            <a:avLst/>
            <a:gdLst/>
            <a:ahLst/>
            <a:cxnLst>
              <a:cxn ang="0">
                <a:pos x="1097" y="0"/>
              </a:cxn>
              <a:cxn ang="0">
                <a:pos x="785" y="60"/>
              </a:cxn>
              <a:cxn ang="0">
                <a:pos x="470" y="0"/>
              </a:cxn>
              <a:cxn ang="0">
                <a:pos x="0" y="90"/>
              </a:cxn>
              <a:cxn ang="0">
                <a:pos x="785" y="240"/>
              </a:cxn>
              <a:cxn ang="0">
                <a:pos x="1563" y="90"/>
              </a:cxn>
              <a:cxn ang="0">
                <a:pos x="1097" y="0"/>
              </a:cxn>
            </a:cxnLst>
            <a:rect l="0" t="0" r="r" b="b"/>
            <a:pathLst>
              <a:path w="1563" h="240">
                <a:moveTo>
                  <a:pt x="1097" y="0"/>
                </a:moveTo>
                <a:lnTo>
                  <a:pt x="785" y="60"/>
                </a:lnTo>
                <a:lnTo>
                  <a:pt x="470" y="0"/>
                </a:lnTo>
                <a:lnTo>
                  <a:pt x="0" y="90"/>
                </a:lnTo>
                <a:lnTo>
                  <a:pt x="785" y="240"/>
                </a:lnTo>
                <a:lnTo>
                  <a:pt x="1563" y="90"/>
                </a:lnTo>
                <a:lnTo>
                  <a:pt x="1097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5000"/>
              </a:lnSpc>
              <a:spcAft>
                <a:spcPts val="801"/>
              </a:spcAft>
            </a:pPr>
            <a:endParaRPr lang="en-US" sz="1579">
              <a:solidFill>
                <a:prstClr val="black"/>
              </a:solidFill>
            </a:endParaRPr>
          </a:p>
        </p:txBody>
      </p:sp>
      <p:sp>
        <p:nvSpPr>
          <p:cNvPr id="16" name="_effect">
            <a:extLst>
              <a:ext uri="{FF2B5EF4-FFF2-40B4-BE49-F238E27FC236}">
                <a16:creationId xmlns:a16="http://schemas.microsoft.com/office/drawing/2014/main" id="{ABA070C5-B811-8BBB-8FDA-C8670B4955A1}"/>
              </a:ext>
            </a:extLst>
          </p:cNvPr>
          <p:cNvSpPr>
            <a:spLocks noChangeAspect="1"/>
          </p:cNvSpPr>
          <p:nvPr/>
        </p:nvSpPr>
        <p:spPr bwMode="gray">
          <a:xfrm>
            <a:off x="2100298" y="2714420"/>
            <a:ext cx="1497795" cy="219733"/>
          </a:xfrm>
          <a:custGeom>
            <a:avLst/>
            <a:gdLst/>
            <a:ahLst/>
            <a:cxnLst>
              <a:cxn ang="0">
                <a:pos x="1097" y="0"/>
              </a:cxn>
              <a:cxn ang="0">
                <a:pos x="785" y="60"/>
              </a:cxn>
              <a:cxn ang="0">
                <a:pos x="470" y="0"/>
              </a:cxn>
              <a:cxn ang="0">
                <a:pos x="0" y="90"/>
              </a:cxn>
              <a:cxn ang="0">
                <a:pos x="785" y="240"/>
              </a:cxn>
              <a:cxn ang="0">
                <a:pos x="1563" y="90"/>
              </a:cxn>
              <a:cxn ang="0">
                <a:pos x="1097" y="0"/>
              </a:cxn>
            </a:cxnLst>
            <a:rect l="0" t="0" r="r" b="b"/>
            <a:pathLst>
              <a:path w="1563" h="240">
                <a:moveTo>
                  <a:pt x="1097" y="0"/>
                </a:moveTo>
                <a:lnTo>
                  <a:pt x="785" y="60"/>
                </a:lnTo>
                <a:lnTo>
                  <a:pt x="470" y="0"/>
                </a:lnTo>
                <a:lnTo>
                  <a:pt x="0" y="90"/>
                </a:lnTo>
                <a:lnTo>
                  <a:pt x="785" y="240"/>
                </a:lnTo>
                <a:lnTo>
                  <a:pt x="1563" y="90"/>
                </a:lnTo>
                <a:lnTo>
                  <a:pt x="1097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801"/>
              </a:spcAft>
              <a:buClrTx/>
              <a:buSzTx/>
              <a:buFontTx/>
              <a:buNone/>
              <a:tabLst/>
              <a:defRPr/>
            </a:pPr>
            <a:endParaRPr kumimoji="0" lang="en-US" sz="157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7" name="_color1">
            <a:extLst>
              <a:ext uri="{FF2B5EF4-FFF2-40B4-BE49-F238E27FC236}">
                <a16:creationId xmlns:a16="http://schemas.microsoft.com/office/drawing/2014/main" id="{2B429A21-BF84-E58D-7F95-411B1449BDCC}"/>
              </a:ext>
            </a:extLst>
          </p:cNvPr>
          <p:cNvSpPr>
            <a:spLocks noChangeAspect="1"/>
          </p:cNvSpPr>
          <p:nvPr/>
        </p:nvSpPr>
        <p:spPr bwMode="gray">
          <a:xfrm>
            <a:off x="2103835" y="1557338"/>
            <a:ext cx="751551" cy="1376816"/>
          </a:xfrm>
          <a:custGeom>
            <a:avLst/>
            <a:gdLst/>
            <a:ahLst/>
            <a:cxnLst>
              <a:cxn ang="0">
                <a:pos x="691" y="4"/>
              </a:cxn>
              <a:cxn ang="0">
                <a:pos x="687" y="0"/>
              </a:cxn>
              <a:cxn ang="0">
                <a:pos x="0" y="1187"/>
              </a:cxn>
              <a:cxn ang="0">
                <a:pos x="691" y="1319"/>
              </a:cxn>
              <a:cxn ang="0">
                <a:pos x="691" y="4"/>
              </a:cxn>
            </a:cxnLst>
            <a:rect l="0" t="0" r="r" b="b"/>
            <a:pathLst>
              <a:path w="691" h="1319">
                <a:moveTo>
                  <a:pt x="691" y="4"/>
                </a:moveTo>
                <a:lnTo>
                  <a:pt x="687" y="0"/>
                </a:lnTo>
                <a:lnTo>
                  <a:pt x="0" y="1187"/>
                </a:lnTo>
                <a:lnTo>
                  <a:pt x="691" y="1319"/>
                </a:lnTo>
                <a:lnTo>
                  <a:pt x="691" y="4"/>
                </a:lnTo>
                <a:close/>
              </a:path>
            </a:pathLst>
          </a:custGeom>
          <a:solidFill>
            <a:schemeClr val="accent1"/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801"/>
              </a:spcAft>
              <a:buClrTx/>
              <a:buSzTx/>
              <a:buFontTx/>
              <a:buNone/>
              <a:tabLst/>
              <a:defRPr/>
            </a:pPr>
            <a:endParaRPr kumimoji="0" lang="en-US" sz="157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8" name="_color1">
            <a:extLst>
              <a:ext uri="{FF2B5EF4-FFF2-40B4-BE49-F238E27FC236}">
                <a16:creationId xmlns:a16="http://schemas.microsoft.com/office/drawing/2014/main" id="{2C099122-167E-2B6B-B4AA-BCF88A52CD5B}"/>
              </a:ext>
            </a:extLst>
          </p:cNvPr>
          <p:cNvSpPr>
            <a:spLocks noChangeAspect="1"/>
          </p:cNvSpPr>
          <p:nvPr/>
        </p:nvSpPr>
        <p:spPr bwMode="gray">
          <a:xfrm>
            <a:off x="2855384" y="1561039"/>
            <a:ext cx="742709" cy="1373116"/>
          </a:xfrm>
          <a:custGeom>
            <a:avLst/>
            <a:gdLst/>
            <a:ahLst/>
            <a:cxnLst>
              <a:cxn ang="0">
                <a:pos x="0" y="1315"/>
              </a:cxn>
              <a:cxn ang="0">
                <a:pos x="684" y="1185"/>
              </a:cxn>
              <a:cxn ang="0">
                <a:pos x="0" y="0"/>
              </a:cxn>
              <a:cxn ang="0">
                <a:pos x="0" y="1315"/>
              </a:cxn>
              <a:cxn ang="0">
                <a:pos x="0" y="1315"/>
              </a:cxn>
            </a:cxnLst>
            <a:rect l="0" t="0" r="r" b="b"/>
            <a:pathLst>
              <a:path w="684" h="1315">
                <a:moveTo>
                  <a:pt x="0" y="1315"/>
                </a:moveTo>
                <a:lnTo>
                  <a:pt x="684" y="1185"/>
                </a:lnTo>
                <a:lnTo>
                  <a:pt x="0" y="0"/>
                </a:lnTo>
                <a:lnTo>
                  <a:pt x="0" y="1315"/>
                </a:lnTo>
                <a:close/>
              </a:path>
            </a:pathLst>
          </a:custGeom>
          <a:solidFill>
            <a:schemeClr val="accent1"/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801"/>
              </a:spcAft>
              <a:buClrTx/>
              <a:buSzTx/>
              <a:buFontTx/>
              <a:buNone/>
              <a:tabLst/>
              <a:defRPr/>
            </a:pPr>
            <a:endParaRPr kumimoji="0" lang="en-US" sz="157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9" name="_color1">
            <a:extLst>
              <a:ext uri="{FF2B5EF4-FFF2-40B4-BE49-F238E27FC236}">
                <a16:creationId xmlns:a16="http://schemas.microsoft.com/office/drawing/2014/main" id="{D66ED047-BCC7-9D6E-741C-9FBEE10EF118}"/>
              </a:ext>
            </a:extLst>
          </p:cNvPr>
          <p:cNvSpPr>
            <a:spLocks noChangeAspect="1"/>
          </p:cNvSpPr>
          <p:nvPr/>
        </p:nvSpPr>
        <p:spPr bwMode="gray">
          <a:xfrm>
            <a:off x="2103835" y="2658421"/>
            <a:ext cx="751551" cy="275733"/>
          </a:xfrm>
          <a:custGeom>
            <a:avLst/>
            <a:gdLst/>
            <a:ahLst/>
            <a:cxnLst>
              <a:cxn ang="0">
                <a:pos x="0" y="133"/>
              </a:cxn>
              <a:cxn ang="0">
                <a:pos x="691" y="0"/>
              </a:cxn>
              <a:cxn ang="0">
                <a:pos x="691" y="265"/>
              </a:cxn>
              <a:cxn ang="0">
                <a:pos x="0" y="133"/>
              </a:cxn>
            </a:cxnLst>
            <a:rect l="0" t="0" r="r" b="b"/>
            <a:pathLst>
              <a:path w="691" h="265">
                <a:moveTo>
                  <a:pt x="0" y="133"/>
                </a:moveTo>
                <a:lnTo>
                  <a:pt x="691" y="0"/>
                </a:lnTo>
                <a:lnTo>
                  <a:pt x="691" y="265"/>
                </a:lnTo>
                <a:lnTo>
                  <a:pt x="0" y="13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5000"/>
              </a:lnSpc>
              <a:spcAft>
                <a:spcPts val="801"/>
              </a:spcAft>
            </a:pPr>
            <a:endParaRPr lang="en-US" sz="1579">
              <a:solidFill>
                <a:prstClr val="black"/>
              </a:solidFill>
            </a:endParaRPr>
          </a:p>
        </p:txBody>
      </p:sp>
      <p:sp>
        <p:nvSpPr>
          <p:cNvPr id="20" name="_color1">
            <a:extLst>
              <a:ext uri="{FF2B5EF4-FFF2-40B4-BE49-F238E27FC236}">
                <a16:creationId xmlns:a16="http://schemas.microsoft.com/office/drawing/2014/main" id="{5CAEE541-C03F-2E65-7D13-DBC6C2A67835}"/>
              </a:ext>
            </a:extLst>
          </p:cNvPr>
          <p:cNvSpPr>
            <a:spLocks noChangeAspect="1"/>
          </p:cNvSpPr>
          <p:nvPr/>
        </p:nvSpPr>
        <p:spPr bwMode="gray">
          <a:xfrm>
            <a:off x="2855384" y="2658421"/>
            <a:ext cx="742709" cy="275733"/>
          </a:xfrm>
          <a:custGeom>
            <a:avLst/>
            <a:gdLst/>
            <a:ahLst/>
            <a:cxnLst>
              <a:cxn ang="0">
                <a:pos x="0" y="265"/>
              </a:cxn>
              <a:cxn ang="0">
                <a:pos x="0" y="0"/>
              </a:cxn>
              <a:cxn ang="0">
                <a:pos x="684" y="135"/>
              </a:cxn>
              <a:cxn ang="0">
                <a:pos x="0" y="265"/>
              </a:cxn>
            </a:cxnLst>
            <a:rect l="0" t="0" r="r" b="b"/>
            <a:pathLst>
              <a:path w="684" h="265">
                <a:moveTo>
                  <a:pt x="0" y="265"/>
                </a:moveTo>
                <a:lnTo>
                  <a:pt x="0" y="0"/>
                </a:lnTo>
                <a:lnTo>
                  <a:pt x="684" y="135"/>
                </a:lnTo>
                <a:lnTo>
                  <a:pt x="0" y="265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801"/>
              </a:spcAft>
              <a:buClrTx/>
              <a:buSzTx/>
              <a:buFontTx/>
              <a:buNone/>
              <a:tabLst/>
              <a:defRPr/>
            </a:pPr>
            <a:endParaRPr kumimoji="0" lang="en-US" sz="157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06050C7-64BD-06FD-A7DC-C3FD61421308}"/>
              </a:ext>
            </a:extLst>
          </p:cNvPr>
          <p:cNvCxnSpPr>
            <a:cxnSpLocks/>
          </p:cNvCxnSpPr>
          <p:nvPr/>
        </p:nvCxnSpPr>
        <p:spPr>
          <a:xfrm>
            <a:off x="3657600" y="2892220"/>
            <a:ext cx="8150885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0A91238-F723-2CFF-E995-80C2B60FCB56}"/>
              </a:ext>
            </a:extLst>
          </p:cNvPr>
          <p:cNvCxnSpPr>
            <a:cxnSpLocks/>
          </p:cNvCxnSpPr>
          <p:nvPr/>
        </p:nvCxnSpPr>
        <p:spPr>
          <a:xfrm>
            <a:off x="4486275" y="4293298"/>
            <a:ext cx="7322210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D68E99CF-9831-A94F-7C73-679B9A60A19D}"/>
              </a:ext>
            </a:extLst>
          </p:cNvPr>
          <p:cNvSpPr txBox="1">
            <a:spLocks/>
          </p:cNvSpPr>
          <p:nvPr/>
        </p:nvSpPr>
        <p:spPr>
          <a:xfrm>
            <a:off x="5648325" y="1557338"/>
            <a:ext cx="6172199" cy="124235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dirty="0">
                <a:sym typeface="Futura"/>
              </a:rPr>
              <a:t>Lorem ipsum</a:t>
            </a:r>
          </a:p>
          <a:p>
            <a:pPr marL="139700" lvl="1" indent="-139700"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Lorem ipsum dolor sit amet,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 </a:t>
            </a:r>
          </a:p>
          <a:p>
            <a:pPr marL="139700" lvl="1" indent="-139700"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Quis </a:t>
            </a:r>
            <a:r>
              <a:rPr lang="en-US" sz="1400" dirty="0" err="1"/>
              <a:t>nostrud</a:t>
            </a:r>
            <a:r>
              <a:rPr lang="en-US" sz="1400" dirty="0"/>
              <a:t> exercitation </a:t>
            </a:r>
            <a:r>
              <a:rPr lang="en-US" sz="1400" dirty="0" err="1"/>
              <a:t>ullamco</a:t>
            </a:r>
            <a:endParaRPr lang="en-US" sz="1400" dirty="0"/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A69D1D2E-59E3-BD2A-A05E-1D0C9E9D1A7B}"/>
              </a:ext>
            </a:extLst>
          </p:cNvPr>
          <p:cNvSpPr txBox="1">
            <a:spLocks/>
          </p:cNvSpPr>
          <p:nvPr/>
        </p:nvSpPr>
        <p:spPr>
          <a:xfrm>
            <a:off x="5648325" y="2971582"/>
            <a:ext cx="6172199" cy="124235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dirty="0">
                <a:sym typeface="Futura"/>
              </a:rPr>
              <a:t>Lorem ipsum</a:t>
            </a:r>
          </a:p>
          <a:p>
            <a:pPr marL="139700" lvl="1" indent="-139700"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Lorem ipsum dolor sit amet,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 </a:t>
            </a:r>
          </a:p>
          <a:p>
            <a:pPr marL="139700" lvl="1" indent="-139700"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Quis </a:t>
            </a:r>
            <a:r>
              <a:rPr lang="en-US" sz="1400" dirty="0" err="1"/>
              <a:t>nostrud</a:t>
            </a:r>
            <a:r>
              <a:rPr lang="en-US" sz="1400" dirty="0"/>
              <a:t> exercitation </a:t>
            </a:r>
            <a:r>
              <a:rPr lang="en-US" sz="1400" dirty="0" err="1"/>
              <a:t>ullamco</a:t>
            </a:r>
            <a:endParaRPr lang="en-US" sz="1400" dirty="0"/>
          </a:p>
        </p:txBody>
      </p:sp>
      <p:sp>
        <p:nvSpPr>
          <p:cNvPr id="70" name="Inhaltsplatzhalter 2">
            <a:extLst>
              <a:ext uri="{FF2B5EF4-FFF2-40B4-BE49-F238E27FC236}">
                <a16:creationId xmlns:a16="http://schemas.microsoft.com/office/drawing/2014/main" id="{566179C3-852D-0948-3DD1-5BBC0CFF1C24}"/>
              </a:ext>
            </a:extLst>
          </p:cNvPr>
          <p:cNvSpPr txBox="1">
            <a:spLocks/>
          </p:cNvSpPr>
          <p:nvPr/>
        </p:nvSpPr>
        <p:spPr>
          <a:xfrm>
            <a:off x="5648325" y="4372660"/>
            <a:ext cx="6172199" cy="124235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dirty="0">
                <a:sym typeface="Futura"/>
              </a:rPr>
              <a:t>Lorem ipsum</a:t>
            </a:r>
          </a:p>
          <a:p>
            <a:pPr marL="139700" lvl="1" indent="-139700"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Lorem ipsum dolor sit amet,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 </a:t>
            </a:r>
          </a:p>
          <a:p>
            <a:pPr marL="139700" lvl="1" indent="-139700"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Quis </a:t>
            </a:r>
            <a:r>
              <a:rPr lang="en-US" sz="1400" dirty="0" err="1"/>
              <a:t>nostrud</a:t>
            </a:r>
            <a:r>
              <a:rPr lang="en-US" sz="1400" dirty="0"/>
              <a:t> exercitation </a:t>
            </a:r>
            <a:r>
              <a:rPr lang="en-US" sz="1400" dirty="0" err="1"/>
              <a:t>ullamco</a:t>
            </a:r>
            <a:endParaRPr lang="en-US" sz="1400" dirty="0"/>
          </a:p>
        </p:txBody>
      </p:sp>
      <p:sp>
        <p:nvSpPr>
          <p:cNvPr id="73" name="Text Placeholder 15">
            <a:extLst>
              <a:ext uri="{FF2B5EF4-FFF2-40B4-BE49-F238E27FC236}">
                <a16:creationId xmlns:a16="http://schemas.microsoft.com/office/drawing/2014/main" id="{BE06B445-32ED-2E00-4C19-86FD1F7346A7}"/>
              </a:ext>
            </a:extLst>
          </p:cNvPr>
          <p:cNvSpPr/>
          <p:nvPr/>
        </p:nvSpPr>
        <p:spPr>
          <a:xfrm>
            <a:off x="407988" y="6275487"/>
            <a:ext cx="1352934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US" sz="900" noProof="0">
                <a:solidFill>
                  <a:schemeClr val="tx2"/>
                </a:solidFill>
                <a:latin typeface="Arial" panose="020B0604020202020204" pitchFamily="34" charset="0"/>
              </a:rPr>
              <a:t>Keywords: pyramids, layer</a:t>
            </a:r>
          </a:p>
        </p:txBody>
      </p:sp>
    </p:spTree>
    <p:extLst>
      <p:ext uri="{BB962C8B-B14F-4D97-AF65-F5344CB8AC3E}">
        <p14:creationId xmlns:p14="http://schemas.microsoft.com/office/powerpoint/2010/main" val="569580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Infographic process II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4CC25E20-5F45-8FB7-BA9B-5F42A519005B}"/>
              </a:ext>
            </a:extLst>
          </p:cNvPr>
          <p:cNvSpPr txBox="1">
            <a:spLocks/>
          </p:cNvSpPr>
          <p:nvPr/>
        </p:nvSpPr>
        <p:spPr>
          <a:xfrm>
            <a:off x="432952" y="4970202"/>
            <a:ext cx="2638005" cy="9541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None/>
              <a:defRPr/>
            </a:pPr>
            <a:r>
              <a:rPr lang="en-US" dirty="0">
                <a:sym typeface="Futura"/>
              </a:rPr>
              <a:t>Sample text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400" dirty="0"/>
              <a:t>Lorem ipsum dolor sit amet,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endParaRPr lang="en-US" sz="1400" dirty="0"/>
          </a:p>
        </p:txBody>
      </p:sp>
      <p:sp>
        <p:nvSpPr>
          <p:cNvPr id="6" name="Ellipse 6">
            <a:extLst>
              <a:ext uri="{FF2B5EF4-FFF2-40B4-BE49-F238E27FC236}">
                <a16:creationId xmlns:a16="http://schemas.microsoft.com/office/drawing/2014/main" id="{41DC6A7B-5D0D-8F41-C2F4-005D3AD02C1A}"/>
              </a:ext>
            </a:extLst>
          </p:cNvPr>
          <p:cNvSpPr>
            <a:spLocks/>
          </p:cNvSpPr>
          <p:nvPr/>
        </p:nvSpPr>
        <p:spPr>
          <a:xfrm>
            <a:off x="713194" y="2718593"/>
            <a:ext cx="2077520" cy="20775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lipse 7">
            <a:extLst>
              <a:ext uri="{FF2B5EF4-FFF2-40B4-BE49-F238E27FC236}">
                <a16:creationId xmlns:a16="http://schemas.microsoft.com/office/drawing/2014/main" id="{6582824C-E9B4-0920-68DE-F01F9518BE25}"/>
              </a:ext>
            </a:extLst>
          </p:cNvPr>
          <p:cNvSpPr>
            <a:spLocks/>
          </p:cNvSpPr>
          <p:nvPr/>
        </p:nvSpPr>
        <p:spPr>
          <a:xfrm>
            <a:off x="3625519" y="2718593"/>
            <a:ext cx="2077520" cy="20775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CEB1224-5F6D-4AF1-8203-168A0D8B31D5}"/>
              </a:ext>
            </a:extLst>
          </p:cNvPr>
          <p:cNvSpPr>
            <a:spLocks/>
          </p:cNvSpPr>
          <p:nvPr/>
        </p:nvSpPr>
        <p:spPr>
          <a:xfrm>
            <a:off x="6537845" y="2718593"/>
            <a:ext cx="2077520" cy="20775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llipse 9">
            <a:extLst>
              <a:ext uri="{FF2B5EF4-FFF2-40B4-BE49-F238E27FC236}">
                <a16:creationId xmlns:a16="http://schemas.microsoft.com/office/drawing/2014/main" id="{C6B364F1-8956-1361-E943-AA7A988BB3F7}"/>
              </a:ext>
            </a:extLst>
          </p:cNvPr>
          <p:cNvSpPr>
            <a:spLocks/>
          </p:cNvSpPr>
          <p:nvPr/>
        </p:nvSpPr>
        <p:spPr>
          <a:xfrm>
            <a:off x="9450169" y="2718593"/>
            <a:ext cx="2077520" cy="20775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Bogen 10">
            <a:extLst>
              <a:ext uri="{FF2B5EF4-FFF2-40B4-BE49-F238E27FC236}">
                <a16:creationId xmlns:a16="http://schemas.microsoft.com/office/drawing/2014/main" id="{A1B5B551-DB5B-48AC-8000-00AD70BF3DF6}"/>
              </a:ext>
            </a:extLst>
          </p:cNvPr>
          <p:cNvSpPr>
            <a:spLocks/>
          </p:cNvSpPr>
          <p:nvPr/>
        </p:nvSpPr>
        <p:spPr>
          <a:xfrm rot="18900000">
            <a:off x="2434164" y="2804731"/>
            <a:ext cx="1547904" cy="1547904"/>
          </a:xfrm>
          <a:prstGeom prst="arc">
            <a:avLst/>
          </a:pr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ogen 11">
            <a:extLst>
              <a:ext uri="{FF2B5EF4-FFF2-40B4-BE49-F238E27FC236}">
                <a16:creationId xmlns:a16="http://schemas.microsoft.com/office/drawing/2014/main" id="{391B6D3B-DD2C-DD47-5368-24C4EA2CE07E}"/>
              </a:ext>
            </a:extLst>
          </p:cNvPr>
          <p:cNvSpPr>
            <a:spLocks/>
          </p:cNvSpPr>
          <p:nvPr/>
        </p:nvSpPr>
        <p:spPr>
          <a:xfrm rot="2700000" flipV="1">
            <a:off x="5346491" y="3173604"/>
            <a:ext cx="1547904" cy="1547904"/>
          </a:xfrm>
          <a:prstGeom prst="arc">
            <a:avLst/>
          </a:prstGeom>
          <a:noFill/>
          <a:ln w="38100"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ogen 13">
            <a:extLst>
              <a:ext uri="{FF2B5EF4-FFF2-40B4-BE49-F238E27FC236}">
                <a16:creationId xmlns:a16="http://schemas.microsoft.com/office/drawing/2014/main" id="{6F43F3CB-FE04-6A72-C385-84242AA26BBD}"/>
              </a:ext>
            </a:extLst>
          </p:cNvPr>
          <p:cNvSpPr>
            <a:spLocks/>
          </p:cNvSpPr>
          <p:nvPr/>
        </p:nvSpPr>
        <p:spPr>
          <a:xfrm rot="18900000">
            <a:off x="8258815" y="2804731"/>
            <a:ext cx="1547904" cy="1547904"/>
          </a:xfrm>
          <a:prstGeom prst="arc">
            <a:avLst/>
          </a:pr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376E549A-A313-1DFF-CEBC-30C6CAE3A090}"/>
              </a:ext>
            </a:extLst>
          </p:cNvPr>
          <p:cNvSpPr txBox="1">
            <a:spLocks/>
          </p:cNvSpPr>
          <p:nvPr/>
        </p:nvSpPr>
        <p:spPr>
          <a:xfrm>
            <a:off x="6257603" y="4970202"/>
            <a:ext cx="2638005" cy="9541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None/>
              <a:defRPr/>
            </a:pPr>
            <a:r>
              <a:rPr lang="en-US" dirty="0">
                <a:sym typeface="Futura"/>
              </a:rPr>
              <a:t>Sample text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400" dirty="0"/>
              <a:t>Lorem ipsum dolor sit amet,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endParaRPr lang="en-US" sz="140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4DA4AF2-17F1-C7EE-0157-2B4E9CFA3522}"/>
              </a:ext>
            </a:extLst>
          </p:cNvPr>
          <p:cNvSpPr txBox="1">
            <a:spLocks/>
          </p:cNvSpPr>
          <p:nvPr/>
        </p:nvSpPr>
        <p:spPr>
          <a:xfrm>
            <a:off x="9169926" y="1558973"/>
            <a:ext cx="2638005" cy="9541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None/>
              <a:defRPr/>
            </a:pPr>
            <a:r>
              <a:rPr lang="en-US" dirty="0">
                <a:sym typeface="Futura"/>
              </a:rPr>
              <a:t>Sample text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400" dirty="0"/>
              <a:t>Lorem ipsum dolor sit amet,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endParaRPr lang="en-US" sz="1400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24D4F8C8-E0FF-62EB-9024-305A95E40CBA}"/>
              </a:ext>
            </a:extLst>
          </p:cNvPr>
          <p:cNvSpPr txBox="1">
            <a:spLocks/>
          </p:cNvSpPr>
          <p:nvPr/>
        </p:nvSpPr>
        <p:spPr>
          <a:xfrm>
            <a:off x="3345277" y="1558973"/>
            <a:ext cx="2638005" cy="9541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None/>
              <a:defRPr/>
            </a:pPr>
            <a:r>
              <a:rPr lang="en-US" dirty="0">
                <a:sym typeface="Futura"/>
              </a:rPr>
              <a:t>Sample text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400" dirty="0"/>
              <a:t>Lorem ipsum dolor sit amet,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endParaRPr lang="en-US" sz="1400" dirty="0"/>
          </a:p>
        </p:txBody>
      </p:sp>
      <p:pic>
        <p:nvPicPr>
          <p:cNvPr id="18" name="Grafik 16">
            <a:extLst>
              <a:ext uri="{FF2B5EF4-FFF2-40B4-BE49-F238E27FC236}">
                <a16:creationId xmlns:a16="http://schemas.microsoft.com/office/drawing/2014/main" id="{4EC5A173-A7D8-54A3-331A-87ECA483E4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4754" y="3300153"/>
            <a:ext cx="914400" cy="914400"/>
          </a:xfrm>
          <a:prstGeom prst="rect">
            <a:avLst/>
          </a:prstGeom>
        </p:spPr>
      </p:pic>
      <p:pic>
        <p:nvPicPr>
          <p:cNvPr id="19" name="Grafik 21">
            <a:extLst>
              <a:ext uri="{FF2B5EF4-FFF2-40B4-BE49-F238E27FC236}">
                <a16:creationId xmlns:a16="http://schemas.microsoft.com/office/drawing/2014/main" id="{F1F9FE9F-CCED-F696-6FAC-C69BA1C0BA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1729" y="3300153"/>
            <a:ext cx="914400" cy="914400"/>
          </a:xfrm>
          <a:prstGeom prst="rect">
            <a:avLst/>
          </a:prstGeom>
        </p:spPr>
      </p:pic>
      <p:pic>
        <p:nvPicPr>
          <p:cNvPr id="20" name="Grafik 22">
            <a:extLst>
              <a:ext uri="{FF2B5EF4-FFF2-40B4-BE49-F238E27FC236}">
                <a16:creationId xmlns:a16="http://schemas.microsoft.com/office/drawing/2014/main" id="{15DA6B1B-40F7-1D66-0816-E4C347DFD2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9405" y="3300153"/>
            <a:ext cx="914400" cy="914400"/>
          </a:xfrm>
          <a:prstGeom prst="rect">
            <a:avLst/>
          </a:prstGeom>
        </p:spPr>
      </p:pic>
      <p:pic>
        <p:nvPicPr>
          <p:cNvPr id="21" name="Grafik 23">
            <a:extLst>
              <a:ext uri="{FF2B5EF4-FFF2-40B4-BE49-F238E27FC236}">
                <a16:creationId xmlns:a16="http://schemas.microsoft.com/office/drawing/2014/main" id="{5ACCA0D9-29B7-504A-7002-B884DD10DE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7079" y="3300153"/>
            <a:ext cx="914400" cy="914400"/>
          </a:xfrm>
          <a:prstGeom prst="rect">
            <a:avLst/>
          </a:prstGeom>
        </p:spPr>
      </p:pic>
      <p:sp>
        <p:nvSpPr>
          <p:cNvPr id="22" name="Ellipse 24">
            <a:extLst>
              <a:ext uri="{FF2B5EF4-FFF2-40B4-BE49-F238E27FC236}">
                <a16:creationId xmlns:a16="http://schemas.microsoft.com/office/drawing/2014/main" id="{D2385497-5035-B254-DBA6-6C156F4092DA}"/>
              </a:ext>
            </a:extLst>
          </p:cNvPr>
          <p:cNvSpPr>
            <a:spLocks/>
          </p:cNvSpPr>
          <p:nvPr/>
        </p:nvSpPr>
        <p:spPr>
          <a:xfrm>
            <a:off x="1536197" y="2502801"/>
            <a:ext cx="431514" cy="43151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3" name="Ellipse 25">
            <a:extLst>
              <a:ext uri="{FF2B5EF4-FFF2-40B4-BE49-F238E27FC236}">
                <a16:creationId xmlns:a16="http://schemas.microsoft.com/office/drawing/2014/main" id="{8BF82B48-9617-0383-522E-D4EDF1D9166B}"/>
              </a:ext>
            </a:extLst>
          </p:cNvPr>
          <p:cNvSpPr>
            <a:spLocks/>
          </p:cNvSpPr>
          <p:nvPr/>
        </p:nvSpPr>
        <p:spPr>
          <a:xfrm>
            <a:off x="4448522" y="4625289"/>
            <a:ext cx="431514" cy="43151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24" name="Ellipse 26">
            <a:extLst>
              <a:ext uri="{FF2B5EF4-FFF2-40B4-BE49-F238E27FC236}">
                <a16:creationId xmlns:a16="http://schemas.microsoft.com/office/drawing/2014/main" id="{531F32B6-9F1E-717A-859A-2D0977B2DB51}"/>
              </a:ext>
            </a:extLst>
          </p:cNvPr>
          <p:cNvSpPr>
            <a:spLocks/>
          </p:cNvSpPr>
          <p:nvPr/>
        </p:nvSpPr>
        <p:spPr>
          <a:xfrm>
            <a:off x="7360848" y="2502801"/>
            <a:ext cx="431514" cy="43151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43" name="Ellipse 27">
            <a:extLst>
              <a:ext uri="{FF2B5EF4-FFF2-40B4-BE49-F238E27FC236}">
                <a16:creationId xmlns:a16="http://schemas.microsoft.com/office/drawing/2014/main" id="{058FD08B-836C-EFA9-F76C-98507A929590}"/>
              </a:ext>
            </a:extLst>
          </p:cNvPr>
          <p:cNvSpPr>
            <a:spLocks/>
          </p:cNvSpPr>
          <p:nvPr/>
        </p:nvSpPr>
        <p:spPr>
          <a:xfrm>
            <a:off x="10273172" y="4625289"/>
            <a:ext cx="431514" cy="43151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58480966-990A-C14E-5A86-B646BCA2FA37}"/>
              </a:ext>
            </a:extLst>
          </p:cNvPr>
          <p:cNvSpPr/>
          <p:nvPr/>
        </p:nvSpPr>
        <p:spPr>
          <a:xfrm>
            <a:off x="407988" y="6275487"/>
            <a:ext cx="4514056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GB" sz="900" noProof="0">
                <a:solidFill>
                  <a:schemeClr val="tx2"/>
                </a:solidFill>
                <a:latin typeface="Arial" panose="020B0604020202020204" pitchFamily="34" charset="0"/>
              </a:rPr>
              <a:t>Keywords: processes, stage, stages, phase, phases, plan, plans, icon, icons, step, steps</a:t>
            </a:r>
          </a:p>
        </p:txBody>
      </p:sp>
    </p:spTree>
    <p:extLst>
      <p:ext uri="{BB962C8B-B14F-4D97-AF65-F5344CB8AC3E}">
        <p14:creationId xmlns:p14="http://schemas.microsoft.com/office/powerpoint/2010/main" val="2405075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D40319EB-9DA3-5BF6-9000-D1D1E07DAD4F}"/>
              </a:ext>
            </a:extLst>
          </p:cNvPr>
          <p:cNvGrpSpPr/>
          <p:nvPr/>
        </p:nvGrpSpPr>
        <p:grpSpPr>
          <a:xfrm>
            <a:off x="2922395" y="897447"/>
            <a:ext cx="6347211" cy="5063106"/>
            <a:chOff x="201123" y="706739"/>
            <a:chExt cx="4998429" cy="3987196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E8786344-5647-D1D4-DB27-A378DF28F71F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201123" y="2692923"/>
              <a:ext cx="1637447" cy="5317"/>
            </a:xfrm>
            <a:prstGeom prst="line">
              <a:avLst/>
            </a:prstGeom>
            <a:ln w="38100"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A5E8AF7E-F8AD-996A-01F4-BE255C03AA95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 flipH="1">
              <a:off x="3565276" y="2691104"/>
              <a:ext cx="1634276" cy="7136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Shape 23">
              <a:extLst>
                <a:ext uri="{FF2B5EF4-FFF2-40B4-BE49-F238E27FC236}">
                  <a16:creationId xmlns:a16="http://schemas.microsoft.com/office/drawing/2014/main" id="{5139ABC1-7E32-D645-3BE4-5755CB4ACD49}"/>
                </a:ext>
              </a:extLst>
            </p:cNvPr>
            <p:cNvSpPr/>
            <p:nvPr/>
          </p:nvSpPr>
          <p:spPr>
            <a:xfrm>
              <a:off x="3522691" y="1185453"/>
              <a:ext cx="1676861" cy="226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914" y="0"/>
                  </a:lnTo>
                  <a:lnTo>
                    <a:pt x="21600" y="0"/>
                  </a:lnTo>
                </a:path>
              </a:pathLst>
            </a:custGeom>
            <a:noFill/>
            <a:ln w="38100" cap="flat">
              <a:solidFill>
                <a:schemeClr val="bg2">
                  <a:lumMod val="90000"/>
                </a:schemeClr>
              </a:solidFill>
              <a:prstDash val="solid"/>
              <a:miter lim="400000"/>
              <a:tailEnd type="oval"/>
            </a:ln>
            <a:effectLst/>
          </p:spPr>
          <p:txBody>
            <a:bodyPr wrap="square" lIns="64491" tIns="64491" rIns="64491" bIns="64491" numCol="1" anchor="ctr">
              <a:noAutofit/>
            </a:bodyPr>
            <a:lstStyle/>
            <a:p>
              <a:pPr lvl="0"/>
              <a:endParaRPr sz="4570">
                <a:latin typeface="Calibri" panose="020F0502020204030204" pitchFamily="34" charset="0"/>
              </a:endParaRPr>
            </a:p>
          </p:txBody>
        </p:sp>
        <p:sp>
          <p:nvSpPr>
            <p:cNvPr id="5" name="Shape 24">
              <a:extLst>
                <a:ext uri="{FF2B5EF4-FFF2-40B4-BE49-F238E27FC236}">
                  <a16:creationId xmlns:a16="http://schemas.microsoft.com/office/drawing/2014/main" id="{B5E715C1-3327-1A92-A866-7377E6F1C801}"/>
                </a:ext>
              </a:extLst>
            </p:cNvPr>
            <p:cNvSpPr/>
            <p:nvPr/>
          </p:nvSpPr>
          <p:spPr>
            <a:xfrm rot="10800000" flipH="1">
              <a:off x="3522691" y="4034721"/>
              <a:ext cx="1676861" cy="2262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914" y="0"/>
                  </a:lnTo>
                  <a:lnTo>
                    <a:pt x="21600" y="0"/>
                  </a:lnTo>
                </a:path>
              </a:pathLst>
            </a:custGeom>
            <a:noFill/>
            <a:ln w="38100" cap="flat">
              <a:solidFill>
                <a:schemeClr val="bg2">
                  <a:lumMod val="50000"/>
                </a:schemeClr>
              </a:solidFill>
              <a:prstDash val="solid"/>
              <a:miter lim="400000"/>
              <a:tailEnd type="oval"/>
            </a:ln>
            <a:effectLst/>
          </p:spPr>
          <p:txBody>
            <a:bodyPr wrap="square" lIns="64491" tIns="64491" rIns="64491" bIns="64491" numCol="1" anchor="ctr">
              <a:noAutofit/>
            </a:bodyPr>
            <a:lstStyle/>
            <a:p>
              <a:pPr lvl="0"/>
              <a:endParaRPr sz="4570">
                <a:latin typeface="Calibri" panose="020F0502020204030204" pitchFamily="34" charset="0"/>
              </a:endParaRPr>
            </a:p>
          </p:txBody>
        </p:sp>
        <p:sp>
          <p:nvSpPr>
            <p:cNvPr id="6" name="Shape 26">
              <a:extLst>
                <a:ext uri="{FF2B5EF4-FFF2-40B4-BE49-F238E27FC236}">
                  <a16:creationId xmlns:a16="http://schemas.microsoft.com/office/drawing/2014/main" id="{2468DECD-F512-B8D5-04A8-27A7AEFB5DF7}"/>
                </a:ext>
              </a:extLst>
            </p:cNvPr>
            <p:cNvSpPr/>
            <p:nvPr/>
          </p:nvSpPr>
          <p:spPr>
            <a:xfrm>
              <a:off x="201123" y="1185453"/>
              <a:ext cx="1676860" cy="226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8686" y="0"/>
                  </a:lnTo>
                  <a:lnTo>
                    <a:pt x="0" y="0"/>
                  </a:lnTo>
                </a:path>
              </a:pathLst>
            </a:custGeom>
            <a:noFill/>
            <a:ln w="38100" cap="flat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400000"/>
              <a:tailEnd type="oval"/>
            </a:ln>
            <a:effectLst/>
          </p:spPr>
          <p:txBody>
            <a:bodyPr wrap="square" lIns="64491" tIns="64491" rIns="64491" bIns="64491" numCol="1" anchor="ctr">
              <a:noAutofit/>
            </a:bodyPr>
            <a:lstStyle/>
            <a:p>
              <a:pPr lvl="0"/>
              <a:endParaRPr sz="4570">
                <a:latin typeface="Calibri" panose="020F0502020204030204" pitchFamily="34" charset="0"/>
              </a:endParaRPr>
            </a:p>
          </p:txBody>
        </p:sp>
        <p:sp>
          <p:nvSpPr>
            <p:cNvPr id="7" name="Shape 27">
              <a:extLst>
                <a:ext uri="{FF2B5EF4-FFF2-40B4-BE49-F238E27FC236}">
                  <a16:creationId xmlns:a16="http://schemas.microsoft.com/office/drawing/2014/main" id="{1206E4E0-7BB4-10FE-5A67-B1194BB0D22B}"/>
                </a:ext>
              </a:extLst>
            </p:cNvPr>
            <p:cNvSpPr/>
            <p:nvPr/>
          </p:nvSpPr>
          <p:spPr>
            <a:xfrm>
              <a:off x="201123" y="4034721"/>
              <a:ext cx="1676860" cy="2262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8686" y="21600"/>
                  </a:lnTo>
                  <a:lnTo>
                    <a:pt x="0" y="21600"/>
                  </a:lnTo>
                </a:path>
              </a:pathLst>
            </a:custGeom>
            <a:noFill/>
            <a:ln w="38100" cap="flat">
              <a:solidFill>
                <a:schemeClr val="accent1">
                  <a:lumMod val="50000"/>
                </a:schemeClr>
              </a:solidFill>
              <a:prstDash val="solid"/>
              <a:miter lim="400000"/>
              <a:tailEnd type="oval"/>
            </a:ln>
            <a:effectLst/>
          </p:spPr>
          <p:txBody>
            <a:bodyPr wrap="square" lIns="64491" tIns="64491" rIns="64491" bIns="64491" numCol="1" anchor="ctr">
              <a:noAutofit/>
            </a:bodyPr>
            <a:lstStyle/>
            <a:p>
              <a:pPr lvl="0"/>
              <a:endParaRPr sz="4570">
                <a:latin typeface="Calibri" panose="020F0502020204030204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D38CB3A-F985-5354-8486-EDB37B08EA89}"/>
                </a:ext>
              </a:extLst>
            </p:cNvPr>
            <p:cNvGrpSpPr/>
            <p:nvPr/>
          </p:nvGrpSpPr>
          <p:grpSpPr>
            <a:xfrm>
              <a:off x="968679" y="706739"/>
              <a:ext cx="3462229" cy="3987196"/>
              <a:chOff x="968679" y="706739"/>
              <a:chExt cx="3462229" cy="3987196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D0939900-EB64-F72D-4A50-A0D1105BF2F7}"/>
                  </a:ext>
                </a:extLst>
              </p:cNvPr>
              <p:cNvGrpSpPr/>
              <p:nvPr/>
            </p:nvGrpSpPr>
            <p:grpSpPr>
              <a:xfrm>
                <a:off x="968679" y="706739"/>
                <a:ext cx="3462229" cy="3987196"/>
                <a:chOff x="968679" y="706739"/>
                <a:chExt cx="3462229" cy="3987196"/>
              </a:xfrm>
            </p:grpSpPr>
            <p:sp>
              <p:nvSpPr>
                <p:cNvPr id="8" name="Shape 6">
                  <a:extLst>
                    <a:ext uri="{FF2B5EF4-FFF2-40B4-BE49-F238E27FC236}">
                      <a16:creationId xmlns:a16="http://schemas.microsoft.com/office/drawing/2014/main" id="{BD641271-FA30-D5BB-3B96-726AAEA5D612}"/>
                    </a:ext>
                  </a:extLst>
                </p:cNvPr>
                <p:cNvSpPr/>
                <p:nvPr/>
              </p:nvSpPr>
              <p:spPr>
                <a:xfrm>
                  <a:off x="968679" y="706739"/>
                  <a:ext cx="1730965" cy="1999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10802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/>
                  <a:endParaRPr sz="457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9" name="Shape 7">
                  <a:extLst>
                    <a:ext uri="{FF2B5EF4-FFF2-40B4-BE49-F238E27FC236}">
                      <a16:creationId xmlns:a16="http://schemas.microsoft.com/office/drawing/2014/main" id="{6C9B1542-1724-6F37-038B-591BCFE677C9}"/>
                    </a:ext>
                  </a:extLst>
                </p:cNvPr>
                <p:cNvSpPr/>
                <p:nvPr/>
              </p:nvSpPr>
              <p:spPr>
                <a:xfrm>
                  <a:off x="972938" y="1698780"/>
                  <a:ext cx="1731264" cy="199891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4" y="21600"/>
                      </a:lnTo>
                      <a:lnTo>
                        <a:pt x="21600" y="1080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/>
                  <a:endParaRPr sz="457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0" name="Shape 8">
                  <a:extLst>
                    <a:ext uri="{FF2B5EF4-FFF2-40B4-BE49-F238E27FC236}">
                      <a16:creationId xmlns:a16="http://schemas.microsoft.com/office/drawing/2014/main" id="{47546C01-CB65-E996-7BFA-2EA575B0F1CA}"/>
                    </a:ext>
                  </a:extLst>
                </p:cNvPr>
                <p:cNvSpPr/>
                <p:nvPr/>
              </p:nvSpPr>
              <p:spPr>
                <a:xfrm>
                  <a:off x="968679" y="2694843"/>
                  <a:ext cx="1730965" cy="1999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21600"/>
                      </a:moveTo>
                      <a:lnTo>
                        <a:pt x="0" y="10798"/>
                      </a:lnTo>
                      <a:lnTo>
                        <a:pt x="21600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/>
                  <a:endParaRPr sz="457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1" name="Shape 9">
                  <a:extLst>
                    <a:ext uri="{FF2B5EF4-FFF2-40B4-BE49-F238E27FC236}">
                      <a16:creationId xmlns:a16="http://schemas.microsoft.com/office/drawing/2014/main" id="{BD1B068C-7188-4FDC-947F-877C02E80076}"/>
                    </a:ext>
                  </a:extLst>
                </p:cNvPr>
                <p:cNvSpPr/>
                <p:nvPr/>
              </p:nvSpPr>
              <p:spPr>
                <a:xfrm>
                  <a:off x="2699644" y="706739"/>
                  <a:ext cx="1730966" cy="1999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600" y="10802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>
                    <a:lumMod val="9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/>
                  <a:endParaRPr sz="457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2" name="Shape 10">
                  <a:extLst>
                    <a:ext uri="{FF2B5EF4-FFF2-40B4-BE49-F238E27FC236}">
                      <a16:creationId xmlns:a16="http://schemas.microsoft.com/office/drawing/2014/main" id="{B303FB6D-9B6F-1A95-00F5-5B10782DCBB3}"/>
                    </a:ext>
                  </a:extLst>
                </p:cNvPr>
                <p:cNvSpPr/>
                <p:nvPr/>
              </p:nvSpPr>
              <p:spPr>
                <a:xfrm>
                  <a:off x="2699644" y="1698780"/>
                  <a:ext cx="1731264" cy="199891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21596" y="21600"/>
                      </a:lnTo>
                      <a:lnTo>
                        <a:pt x="0" y="10801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/>
                  <a:endParaRPr sz="457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3" name="Shape 11">
                  <a:extLst>
                    <a:ext uri="{FF2B5EF4-FFF2-40B4-BE49-F238E27FC236}">
                      <a16:creationId xmlns:a16="http://schemas.microsoft.com/office/drawing/2014/main" id="{303B19F3-1EE1-D969-D30D-B904ECADC36D}"/>
                    </a:ext>
                  </a:extLst>
                </p:cNvPr>
                <p:cNvSpPr/>
                <p:nvPr/>
              </p:nvSpPr>
              <p:spPr>
                <a:xfrm>
                  <a:off x="2699644" y="2694843"/>
                  <a:ext cx="1730966" cy="1999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21600" y="10798"/>
                      </a:lnTo>
                      <a:lnTo>
                        <a:pt x="0" y="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/>
                  <a:endParaRPr sz="457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4" name="Shape 13">
                <a:extLst>
                  <a:ext uri="{FF2B5EF4-FFF2-40B4-BE49-F238E27FC236}">
                    <a16:creationId xmlns:a16="http://schemas.microsoft.com/office/drawing/2014/main" id="{4BA02D66-A55A-C87D-ED45-92AF1A7C90E5}"/>
                  </a:ext>
                </a:extLst>
              </p:cNvPr>
              <p:cNvSpPr/>
              <p:nvPr/>
            </p:nvSpPr>
            <p:spPr>
              <a:xfrm>
                <a:off x="1834012" y="1706284"/>
                <a:ext cx="1731264" cy="19990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5400"/>
                    </a:lnTo>
                    <a:lnTo>
                      <a:pt x="21600" y="16200"/>
                    </a:lnTo>
                    <a:lnTo>
                      <a:pt x="10800" y="21600"/>
                    </a:lnTo>
                    <a:lnTo>
                      <a:pt x="0" y="162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 sz="457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23" name="Graphic 22" descr="Store outline">
              <a:extLst>
                <a:ext uri="{FF2B5EF4-FFF2-40B4-BE49-F238E27FC236}">
                  <a16:creationId xmlns:a16="http://schemas.microsoft.com/office/drawing/2014/main" id="{CE68C077-A4B2-3D0B-FA78-68DD6EA060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802538" y="1333879"/>
              <a:ext cx="492779" cy="492779"/>
            </a:xfrm>
            <a:prstGeom prst="rect">
              <a:avLst/>
            </a:prstGeom>
          </p:spPr>
        </p:pic>
        <p:pic>
          <p:nvPicPr>
            <p:cNvPr id="24" name="Graphic 23" descr="Target Audience outline">
              <a:extLst>
                <a:ext uri="{FF2B5EF4-FFF2-40B4-BE49-F238E27FC236}">
                  <a16:creationId xmlns:a16="http://schemas.microsoft.com/office/drawing/2014/main" id="{12396C76-5012-BEFF-7D08-BB51CA11A1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051155" y="1333879"/>
              <a:ext cx="492779" cy="492779"/>
            </a:xfrm>
            <a:prstGeom prst="rect">
              <a:avLst/>
            </a:prstGeom>
          </p:spPr>
        </p:pic>
        <p:pic>
          <p:nvPicPr>
            <p:cNvPr id="27" name="Graphic 26" descr="Gears outline">
              <a:extLst>
                <a:ext uri="{FF2B5EF4-FFF2-40B4-BE49-F238E27FC236}">
                  <a16:creationId xmlns:a16="http://schemas.microsoft.com/office/drawing/2014/main" id="{2EB0BB3A-28F4-25D1-201B-65071D03A5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802538" y="3588617"/>
              <a:ext cx="492780" cy="492780"/>
            </a:xfrm>
            <a:prstGeom prst="rect">
              <a:avLst/>
            </a:prstGeom>
          </p:spPr>
        </p:pic>
        <p:pic>
          <p:nvPicPr>
            <p:cNvPr id="28" name="Graphic 27" descr="Cheers outline">
              <a:extLst>
                <a:ext uri="{FF2B5EF4-FFF2-40B4-BE49-F238E27FC236}">
                  <a16:creationId xmlns:a16="http://schemas.microsoft.com/office/drawing/2014/main" id="{2ABD138E-B096-9800-D902-A82E9C264B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051155" y="3588617"/>
              <a:ext cx="492780" cy="492780"/>
            </a:xfrm>
            <a:prstGeom prst="rect">
              <a:avLst/>
            </a:prstGeom>
          </p:spPr>
        </p:pic>
        <p:pic>
          <p:nvPicPr>
            <p:cNvPr id="31" name="Graphic 30" descr="Processor outline">
              <a:extLst>
                <a:ext uri="{FF2B5EF4-FFF2-40B4-BE49-F238E27FC236}">
                  <a16:creationId xmlns:a16="http://schemas.microsoft.com/office/drawing/2014/main" id="{EE3DC9B7-5E04-809E-2D0D-79729B0DC7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168220" y="2451849"/>
              <a:ext cx="492780" cy="492780"/>
            </a:xfrm>
            <a:prstGeom prst="rect">
              <a:avLst/>
            </a:prstGeom>
          </p:spPr>
        </p:pic>
        <p:pic>
          <p:nvPicPr>
            <p:cNvPr id="32" name="Graphic 31" descr="Money outline">
              <a:extLst>
                <a:ext uri="{FF2B5EF4-FFF2-40B4-BE49-F238E27FC236}">
                  <a16:creationId xmlns:a16="http://schemas.microsoft.com/office/drawing/2014/main" id="{781A3DDF-1D0C-B225-7BF8-45F7B31C18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3744791" y="2451849"/>
              <a:ext cx="492780" cy="4927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1394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D40319EB-9DA3-5BF6-9000-D1D1E07DAD4F}"/>
              </a:ext>
            </a:extLst>
          </p:cNvPr>
          <p:cNvGrpSpPr/>
          <p:nvPr/>
        </p:nvGrpSpPr>
        <p:grpSpPr>
          <a:xfrm>
            <a:off x="2922395" y="897447"/>
            <a:ext cx="6347211" cy="5063106"/>
            <a:chOff x="201123" y="706739"/>
            <a:chExt cx="4998429" cy="3987196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E8786344-5647-D1D4-DB27-A378DF28F71F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201123" y="2692923"/>
              <a:ext cx="1637447" cy="5317"/>
            </a:xfrm>
            <a:prstGeom prst="line">
              <a:avLst/>
            </a:prstGeom>
            <a:ln w="38100"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A5E8AF7E-F8AD-996A-01F4-BE255C03AA95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 flipH="1">
              <a:off x="3565276" y="2691104"/>
              <a:ext cx="1634276" cy="7136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Shape 23">
              <a:extLst>
                <a:ext uri="{FF2B5EF4-FFF2-40B4-BE49-F238E27FC236}">
                  <a16:creationId xmlns:a16="http://schemas.microsoft.com/office/drawing/2014/main" id="{5139ABC1-7E32-D645-3BE4-5755CB4ACD49}"/>
                </a:ext>
              </a:extLst>
            </p:cNvPr>
            <p:cNvSpPr/>
            <p:nvPr/>
          </p:nvSpPr>
          <p:spPr>
            <a:xfrm>
              <a:off x="3522691" y="1185453"/>
              <a:ext cx="1676861" cy="226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914" y="0"/>
                  </a:lnTo>
                  <a:lnTo>
                    <a:pt x="21600" y="0"/>
                  </a:lnTo>
                </a:path>
              </a:pathLst>
            </a:custGeom>
            <a:noFill/>
            <a:ln w="38100" cap="flat">
              <a:solidFill>
                <a:schemeClr val="bg2">
                  <a:lumMod val="90000"/>
                </a:schemeClr>
              </a:solidFill>
              <a:prstDash val="solid"/>
              <a:miter lim="400000"/>
              <a:tailEnd type="oval"/>
            </a:ln>
            <a:effectLst/>
          </p:spPr>
          <p:txBody>
            <a:bodyPr wrap="square" lIns="64491" tIns="64491" rIns="64491" bIns="64491" numCol="1" anchor="ctr">
              <a:noAutofit/>
            </a:bodyPr>
            <a:lstStyle/>
            <a:p>
              <a:pPr defTabSz="658347"/>
              <a:endParaRPr sz="4570">
                <a:solidFill>
                  <a:srgbClr val="080808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" name="Shape 24">
              <a:extLst>
                <a:ext uri="{FF2B5EF4-FFF2-40B4-BE49-F238E27FC236}">
                  <a16:creationId xmlns:a16="http://schemas.microsoft.com/office/drawing/2014/main" id="{B5E715C1-3327-1A92-A866-7377E6F1C801}"/>
                </a:ext>
              </a:extLst>
            </p:cNvPr>
            <p:cNvSpPr/>
            <p:nvPr/>
          </p:nvSpPr>
          <p:spPr>
            <a:xfrm rot="10800000" flipH="1">
              <a:off x="3522691" y="4034721"/>
              <a:ext cx="1676861" cy="2262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914" y="0"/>
                  </a:lnTo>
                  <a:lnTo>
                    <a:pt x="21600" y="0"/>
                  </a:lnTo>
                </a:path>
              </a:pathLst>
            </a:custGeom>
            <a:noFill/>
            <a:ln w="38100" cap="flat">
              <a:solidFill>
                <a:schemeClr val="bg2">
                  <a:lumMod val="50000"/>
                </a:schemeClr>
              </a:solidFill>
              <a:prstDash val="solid"/>
              <a:miter lim="400000"/>
              <a:tailEnd type="oval"/>
            </a:ln>
            <a:effectLst/>
          </p:spPr>
          <p:txBody>
            <a:bodyPr wrap="square" lIns="64491" tIns="64491" rIns="64491" bIns="64491" numCol="1" anchor="ctr">
              <a:noAutofit/>
            </a:bodyPr>
            <a:lstStyle/>
            <a:p>
              <a:pPr defTabSz="658347"/>
              <a:endParaRPr sz="4570">
                <a:solidFill>
                  <a:srgbClr val="080808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" name="Shape 26">
              <a:extLst>
                <a:ext uri="{FF2B5EF4-FFF2-40B4-BE49-F238E27FC236}">
                  <a16:creationId xmlns:a16="http://schemas.microsoft.com/office/drawing/2014/main" id="{2468DECD-F512-B8D5-04A8-27A7AEFB5DF7}"/>
                </a:ext>
              </a:extLst>
            </p:cNvPr>
            <p:cNvSpPr/>
            <p:nvPr/>
          </p:nvSpPr>
          <p:spPr>
            <a:xfrm>
              <a:off x="201123" y="1185453"/>
              <a:ext cx="1676860" cy="226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8686" y="0"/>
                  </a:lnTo>
                  <a:lnTo>
                    <a:pt x="0" y="0"/>
                  </a:lnTo>
                </a:path>
              </a:pathLst>
            </a:custGeom>
            <a:noFill/>
            <a:ln w="38100" cap="flat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400000"/>
              <a:tailEnd type="oval"/>
            </a:ln>
            <a:effectLst/>
          </p:spPr>
          <p:txBody>
            <a:bodyPr wrap="square" lIns="64491" tIns="64491" rIns="64491" bIns="64491" numCol="1" anchor="ctr">
              <a:noAutofit/>
            </a:bodyPr>
            <a:lstStyle/>
            <a:p>
              <a:pPr defTabSz="658347"/>
              <a:endParaRPr sz="4570">
                <a:solidFill>
                  <a:srgbClr val="080808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" name="Shape 27">
              <a:extLst>
                <a:ext uri="{FF2B5EF4-FFF2-40B4-BE49-F238E27FC236}">
                  <a16:creationId xmlns:a16="http://schemas.microsoft.com/office/drawing/2014/main" id="{1206E4E0-7BB4-10FE-5A67-B1194BB0D22B}"/>
                </a:ext>
              </a:extLst>
            </p:cNvPr>
            <p:cNvSpPr/>
            <p:nvPr/>
          </p:nvSpPr>
          <p:spPr>
            <a:xfrm>
              <a:off x="201123" y="4034721"/>
              <a:ext cx="1676860" cy="2262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8686" y="21600"/>
                  </a:lnTo>
                  <a:lnTo>
                    <a:pt x="0" y="21600"/>
                  </a:lnTo>
                </a:path>
              </a:pathLst>
            </a:custGeom>
            <a:noFill/>
            <a:ln w="38100" cap="flat">
              <a:solidFill>
                <a:schemeClr val="accent1">
                  <a:lumMod val="50000"/>
                </a:schemeClr>
              </a:solidFill>
              <a:prstDash val="solid"/>
              <a:miter lim="400000"/>
              <a:tailEnd type="oval"/>
            </a:ln>
            <a:effectLst/>
          </p:spPr>
          <p:txBody>
            <a:bodyPr wrap="square" lIns="64491" tIns="64491" rIns="64491" bIns="64491" numCol="1" anchor="ctr">
              <a:noAutofit/>
            </a:bodyPr>
            <a:lstStyle/>
            <a:p>
              <a:pPr defTabSz="658347"/>
              <a:endParaRPr sz="4570">
                <a:solidFill>
                  <a:srgbClr val="080808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D38CB3A-F985-5354-8486-EDB37B08EA89}"/>
                </a:ext>
              </a:extLst>
            </p:cNvPr>
            <p:cNvGrpSpPr/>
            <p:nvPr/>
          </p:nvGrpSpPr>
          <p:grpSpPr>
            <a:xfrm>
              <a:off x="968679" y="706739"/>
              <a:ext cx="3462229" cy="3987196"/>
              <a:chOff x="968679" y="706739"/>
              <a:chExt cx="3462229" cy="3987196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D0939900-EB64-F72D-4A50-A0D1105BF2F7}"/>
                  </a:ext>
                </a:extLst>
              </p:cNvPr>
              <p:cNvGrpSpPr/>
              <p:nvPr/>
            </p:nvGrpSpPr>
            <p:grpSpPr>
              <a:xfrm>
                <a:off x="968679" y="706739"/>
                <a:ext cx="3462229" cy="3987196"/>
                <a:chOff x="968679" y="706739"/>
                <a:chExt cx="3462229" cy="3987196"/>
              </a:xfrm>
            </p:grpSpPr>
            <p:sp>
              <p:nvSpPr>
                <p:cNvPr id="8" name="Shape 6">
                  <a:extLst>
                    <a:ext uri="{FF2B5EF4-FFF2-40B4-BE49-F238E27FC236}">
                      <a16:creationId xmlns:a16="http://schemas.microsoft.com/office/drawing/2014/main" id="{BD641271-FA30-D5BB-3B96-726AAEA5D612}"/>
                    </a:ext>
                  </a:extLst>
                </p:cNvPr>
                <p:cNvSpPr/>
                <p:nvPr/>
              </p:nvSpPr>
              <p:spPr>
                <a:xfrm>
                  <a:off x="968679" y="706739"/>
                  <a:ext cx="1730965" cy="1999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10802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658347"/>
                  <a:endParaRPr sz="4570">
                    <a:solidFill>
                      <a:srgbClr val="080808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9" name="Shape 7">
                  <a:extLst>
                    <a:ext uri="{FF2B5EF4-FFF2-40B4-BE49-F238E27FC236}">
                      <a16:creationId xmlns:a16="http://schemas.microsoft.com/office/drawing/2014/main" id="{6C9B1542-1724-6F37-038B-591BCFE677C9}"/>
                    </a:ext>
                  </a:extLst>
                </p:cNvPr>
                <p:cNvSpPr/>
                <p:nvPr/>
              </p:nvSpPr>
              <p:spPr>
                <a:xfrm>
                  <a:off x="972938" y="1698780"/>
                  <a:ext cx="1731264" cy="199891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4" y="21600"/>
                      </a:lnTo>
                      <a:lnTo>
                        <a:pt x="21600" y="1080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658347"/>
                  <a:endParaRPr sz="4570">
                    <a:solidFill>
                      <a:srgbClr val="080808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0" name="Shape 8">
                  <a:extLst>
                    <a:ext uri="{FF2B5EF4-FFF2-40B4-BE49-F238E27FC236}">
                      <a16:creationId xmlns:a16="http://schemas.microsoft.com/office/drawing/2014/main" id="{47546C01-CB65-E996-7BFA-2EA575B0F1CA}"/>
                    </a:ext>
                  </a:extLst>
                </p:cNvPr>
                <p:cNvSpPr/>
                <p:nvPr/>
              </p:nvSpPr>
              <p:spPr>
                <a:xfrm>
                  <a:off x="968679" y="2694843"/>
                  <a:ext cx="1730965" cy="1999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21600"/>
                      </a:moveTo>
                      <a:lnTo>
                        <a:pt x="0" y="10798"/>
                      </a:lnTo>
                      <a:lnTo>
                        <a:pt x="21600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658347"/>
                  <a:endParaRPr sz="4570">
                    <a:solidFill>
                      <a:srgbClr val="080808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1" name="Shape 9">
                  <a:extLst>
                    <a:ext uri="{FF2B5EF4-FFF2-40B4-BE49-F238E27FC236}">
                      <a16:creationId xmlns:a16="http://schemas.microsoft.com/office/drawing/2014/main" id="{BD1B068C-7188-4FDC-947F-877C02E80076}"/>
                    </a:ext>
                  </a:extLst>
                </p:cNvPr>
                <p:cNvSpPr/>
                <p:nvPr/>
              </p:nvSpPr>
              <p:spPr>
                <a:xfrm>
                  <a:off x="2699644" y="706739"/>
                  <a:ext cx="1730966" cy="1999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600" y="10802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>
                    <a:lumMod val="9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658347"/>
                  <a:endParaRPr sz="4570">
                    <a:solidFill>
                      <a:srgbClr val="080808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2" name="Shape 10">
                  <a:extLst>
                    <a:ext uri="{FF2B5EF4-FFF2-40B4-BE49-F238E27FC236}">
                      <a16:creationId xmlns:a16="http://schemas.microsoft.com/office/drawing/2014/main" id="{B303FB6D-9B6F-1A95-00F5-5B10782DCBB3}"/>
                    </a:ext>
                  </a:extLst>
                </p:cNvPr>
                <p:cNvSpPr/>
                <p:nvPr/>
              </p:nvSpPr>
              <p:spPr>
                <a:xfrm>
                  <a:off x="2699644" y="1698780"/>
                  <a:ext cx="1731264" cy="199891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21596" y="21600"/>
                      </a:lnTo>
                      <a:lnTo>
                        <a:pt x="0" y="10801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658347"/>
                  <a:endParaRPr sz="4570">
                    <a:solidFill>
                      <a:srgbClr val="080808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3" name="Shape 11">
                  <a:extLst>
                    <a:ext uri="{FF2B5EF4-FFF2-40B4-BE49-F238E27FC236}">
                      <a16:creationId xmlns:a16="http://schemas.microsoft.com/office/drawing/2014/main" id="{303B19F3-1EE1-D969-D30D-B904ECADC36D}"/>
                    </a:ext>
                  </a:extLst>
                </p:cNvPr>
                <p:cNvSpPr/>
                <p:nvPr/>
              </p:nvSpPr>
              <p:spPr>
                <a:xfrm>
                  <a:off x="2699644" y="2694843"/>
                  <a:ext cx="1730966" cy="1999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21600" y="10798"/>
                      </a:lnTo>
                      <a:lnTo>
                        <a:pt x="0" y="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658347"/>
                  <a:endParaRPr sz="4570">
                    <a:solidFill>
                      <a:srgbClr val="080808"/>
                    </a:solidFill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4" name="Shape 13">
                <a:extLst>
                  <a:ext uri="{FF2B5EF4-FFF2-40B4-BE49-F238E27FC236}">
                    <a16:creationId xmlns:a16="http://schemas.microsoft.com/office/drawing/2014/main" id="{4BA02D66-A55A-C87D-ED45-92AF1A7C90E5}"/>
                  </a:ext>
                </a:extLst>
              </p:cNvPr>
              <p:cNvSpPr/>
              <p:nvPr/>
            </p:nvSpPr>
            <p:spPr>
              <a:xfrm>
                <a:off x="1834012" y="1706284"/>
                <a:ext cx="1731264" cy="19990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5400"/>
                    </a:lnTo>
                    <a:lnTo>
                      <a:pt x="21600" y="16200"/>
                    </a:lnTo>
                    <a:lnTo>
                      <a:pt x="10800" y="21600"/>
                    </a:lnTo>
                    <a:lnTo>
                      <a:pt x="0" y="162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58347"/>
                <a:endParaRPr sz="4570">
                  <a:solidFill>
                    <a:srgbClr val="080808"/>
                  </a:solidFill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23" name="Graphic 22" descr="Store outline">
              <a:extLst>
                <a:ext uri="{FF2B5EF4-FFF2-40B4-BE49-F238E27FC236}">
                  <a16:creationId xmlns:a16="http://schemas.microsoft.com/office/drawing/2014/main" id="{CE68C077-A4B2-3D0B-FA78-68DD6EA060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802538" y="1333879"/>
              <a:ext cx="492779" cy="492779"/>
            </a:xfrm>
            <a:prstGeom prst="rect">
              <a:avLst/>
            </a:prstGeom>
          </p:spPr>
        </p:pic>
        <p:pic>
          <p:nvPicPr>
            <p:cNvPr id="24" name="Graphic 23" descr="Target Audience outline">
              <a:extLst>
                <a:ext uri="{FF2B5EF4-FFF2-40B4-BE49-F238E27FC236}">
                  <a16:creationId xmlns:a16="http://schemas.microsoft.com/office/drawing/2014/main" id="{12396C76-5012-BEFF-7D08-BB51CA11A1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051155" y="1333879"/>
              <a:ext cx="492779" cy="492779"/>
            </a:xfrm>
            <a:prstGeom prst="rect">
              <a:avLst/>
            </a:prstGeom>
          </p:spPr>
        </p:pic>
        <p:pic>
          <p:nvPicPr>
            <p:cNvPr id="27" name="Graphic 26" descr="Gears outline">
              <a:extLst>
                <a:ext uri="{FF2B5EF4-FFF2-40B4-BE49-F238E27FC236}">
                  <a16:creationId xmlns:a16="http://schemas.microsoft.com/office/drawing/2014/main" id="{2EB0BB3A-28F4-25D1-201B-65071D03A5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802538" y="3588617"/>
              <a:ext cx="492780" cy="492780"/>
            </a:xfrm>
            <a:prstGeom prst="rect">
              <a:avLst/>
            </a:prstGeom>
          </p:spPr>
        </p:pic>
        <p:pic>
          <p:nvPicPr>
            <p:cNvPr id="28" name="Graphic 27" descr="Cheers outline">
              <a:extLst>
                <a:ext uri="{FF2B5EF4-FFF2-40B4-BE49-F238E27FC236}">
                  <a16:creationId xmlns:a16="http://schemas.microsoft.com/office/drawing/2014/main" id="{2ABD138E-B096-9800-D902-A82E9C264B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051155" y="3588617"/>
              <a:ext cx="492780" cy="492780"/>
            </a:xfrm>
            <a:prstGeom prst="rect">
              <a:avLst/>
            </a:prstGeom>
          </p:spPr>
        </p:pic>
        <p:pic>
          <p:nvPicPr>
            <p:cNvPr id="31" name="Graphic 30" descr="Processor outline">
              <a:extLst>
                <a:ext uri="{FF2B5EF4-FFF2-40B4-BE49-F238E27FC236}">
                  <a16:creationId xmlns:a16="http://schemas.microsoft.com/office/drawing/2014/main" id="{EE3DC9B7-5E04-809E-2D0D-79729B0DC7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168220" y="2451849"/>
              <a:ext cx="492780" cy="492780"/>
            </a:xfrm>
            <a:prstGeom prst="rect">
              <a:avLst/>
            </a:prstGeom>
          </p:spPr>
        </p:pic>
        <p:pic>
          <p:nvPicPr>
            <p:cNvPr id="32" name="Graphic 31" descr="Money outline">
              <a:extLst>
                <a:ext uri="{FF2B5EF4-FFF2-40B4-BE49-F238E27FC236}">
                  <a16:creationId xmlns:a16="http://schemas.microsoft.com/office/drawing/2014/main" id="{781A3DDF-1D0C-B225-7BF8-45F7B31C18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3744791" y="2451849"/>
              <a:ext cx="492780" cy="4927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0845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08FA2E9A-5DA2-CCC7-F862-6F5E10E9A4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9" imgH="349" progId="TCLayout.ActiveDocument.1">
                  <p:embed/>
                </p:oleObj>
              </mc:Choice>
              <mc:Fallback>
                <p:oleObj name="think-cell Slide" r:id="rId5" imgW="349" imgH="349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FA2E9A-5DA2-CCC7-F862-6F5E10E9A4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D88B9BB-402B-4B2E-8B8D-04ECF62D38C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9" imgH="349" progId="TCLayout.ActiveDocument.1">
                  <p:embed/>
                </p:oleObj>
              </mc:Choice>
              <mc:Fallback>
                <p:oleObj name="think-cell Slide" r:id="rId7" imgW="349" imgH="349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88B9BB-402B-4B2E-8B8D-04ECF62D38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>
                <a:sym typeface="Futura"/>
              </a:rPr>
              <a:t>Target market</a:t>
            </a:r>
            <a:endParaRPr lang="en-US"/>
          </a:p>
        </p:txBody>
      </p:sp>
      <p:grpSp>
        <p:nvGrpSpPr>
          <p:cNvPr id="2" name="Gruppieren 50">
            <a:extLst>
              <a:ext uri="{FF2B5EF4-FFF2-40B4-BE49-F238E27FC236}">
                <a16:creationId xmlns:a16="http://schemas.microsoft.com/office/drawing/2014/main" id="{9ADE7E27-437F-3DA1-25B4-6232E71CDA1C}"/>
              </a:ext>
            </a:extLst>
          </p:cNvPr>
          <p:cNvGrpSpPr>
            <a:grpSpLocks/>
          </p:cNvGrpSpPr>
          <p:nvPr/>
        </p:nvGrpSpPr>
        <p:grpSpPr bwMode="gray">
          <a:xfrm>
            <a:off x="9006087" y="2677528"/>
            <a:ext cx="0" cy="2307826"/>
            <a:chOff x="8700438" y="3000131"/>
            <a:chExt cx="0" cy="1899143"/>
          </a:xfrm>
        </p:grpSpPr>
        <p:cxnSp>
          <p:nvCxnSpPr>
            <p:cNvPr id="3" name="Gerader Verbinder 75">
              <a:extLst>
                <a:ext uri="{FF2B5EF4-FFF2-40B4-BE49-F238E27FC236}">
                  <a16:creationId xmlns:a16="http://schemas.microsoft.com/office/drawing/2014/main" id="{F3C7EDCA-6E66-70E0-1FAD-5A908168F65E}"/>
                </a:ext>
              </a:extLst>
            </p:cNvPr>
            <p:cNvCxnSpPr>
              <a:cxnSpLocks/>
            </p:cNvCxnSpPr>
            <p:nvPr/>
          </p:nvCxnSpPr>
          <p:spPr bwMode="gray">
            <a:xfrm rot="5400000">
              <a:off x="8529333" y="3171236"/>
              <a:ext cx="342209" cy="0"/>
            </a:xfrm>
            <a:prstGeom prst="line">
              <a:avLst/>
            </a:prstGeom>
            <a:noFill/>
            <a:ln w="9525" cap="flat" cmpd="sng" algn="ctr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" name="Gerader Verbinder 76">
              <a:extLst>
                <a:ext uri="{FF2B5EF4-FFF2-40B4-BE49-F238E27FC236}">
                  <a16:creationId xmlns:a16="http://schemas.microsoft.com/office/drawing/2014/main" id="{8E2B8D36-1006-9691-A308-0F6F9431A86A}"/>
                </a:ext>
              </a:extLst>
            </p:cNvPr>
            <p:cNvCxnSpPr>
              <a:cxnSpLocks/>
            </p:cNvCxnSpPr>
            <p:nvPr/>
          </p:nvCxnSpPr>
          <p:spPr bwMode="gray">
            <a:xfrm rot="5400000">
              <a:off x="8529333" y="4728170"/>
              <a:ext cx="342209" cy="0"/>
            </a:xfrm>
            <a:prstGeom prst="line">
              <a:avLst/>
            </a:prstGeom>
            <a:noFill/>
            <a:ln w="9525" cap="flat" cmpd="sng" algn="ctr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" name="Gruppieren 51">
            <a:extLst>
              <a:ext uri="{FF2B5EF4-FFF2-40B4-BE49-F238E27FC236}">
                <a16:creationId xmlns:a16="http://schemas.microsoft.com/office/drawing/2014/main" id="{1D94E7BB-85FC-FB59-A9C4-361DF1BE491C}"/>
              </a:ext>
            </a:extLst>
          </p:cNvPr>
          <p:cNvGrpSpPr>
            <a:grpSpLocks/>
          </p:cNvGrpSpPr>
          <p:nvPr/>
        </p:nvGrpSpPr>
        <p:grpSpPr bwMode="gray">
          <a:xfrm rot="5400000">
            <a:off x="9006087" y="2677528"/>
            <a:ext cx="0" cy="2307826"/>
            <a:chOff x="8700438" y="3000131"/>
            <a:chExt cx="0" cy="1899143"/>
          </a:xfrm>
        </p:grpSpPr>
        <p:cxnSp>
          <p:nvCxnSpPr>
            <p:cNvPr id="7" name="Gerader Verbinder 73">
              <a:extLst>
                <a:ext uri="{FF2B5EF4-FFF2-40B4-BE49-F238E27FC236}">
                  <a16:creationId xmlns:a16="http://schemas.microsoft.com/office/drawing/2014/main" id="{CA2DCA8F-E112-B093-C6DA-4D3FE9E7F5A6}"/>
                </a:ext>
              </a:extLst>
            </p:cNvPr>
            <p:cNvCxnSpPr>
              <a:cxnSpLocks/>
            </p:cNvCxnSpPr>
            <p:nvPr/>
          </p:nvCxnSpPr>
          <p:spPr bwMode="gray">
            <a:xfrm rot="5400000">
              <a:off x="8529333" y="3171236"/>
              <a:ext cx="342209" cy="0"/>
            </a:xfrm>
            <a:prstGeom prst="line">
              <a:avLst/>
            </a:prstGeom>
            <a:noFill/>
            <a:ln w="9525" cap="flat" cmpd="sng" algn="ctr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Gerader Verbinder 74">
              <a:extLst>
                <a:ext uri="{FF2B5EF4-FFF2-40B4-BE49-F238E27FC236}">
                  <a16:creationId xmlns:a16="http://schemas.microsoft.com/office/drawing/2014/main" id="{2B3A710A-61D2-09A2-5898-F853A2E870D1}"/>
                </a:ext>
              </a:extLst>
            </p:cNvPr>
            <p:cNvCxnSpPr>
              <a:cxnSpLocks/>
            </p:cNvCxnSpPr>
            <p:nvPr/>
          </p:nvCxnSpPr>
          <p:spPr bwMode="gray">
            <a:xfrm rot="5400000">
              <a:off x="8529333" y="4728170"/>
              <a:ext cx="342209" cy="0"/>
            </a:xfrm>
            <a:prstGeom prst="line">
              <a:avLst/>
            </a:prstGeom>
            <a:noFill/>
            <a:ln w="9525" cap="flat" cmpd="sng" algn="ctr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1" name="Gerader Verbinder 52">
            <a:extLst>
              <a:ext uri="{FF2B5EF4-FFF2-40B4-BE49-F238E27FC236}">
                <a16:creationId xmlns:a16="http://schemas.microsoft.com/office/drawing/2014/main" id="{9A73383E-63A9-FC81-A34E-B3EB184C0770}"/>
              </a:ext>
            </a:extLst>
          </p:cNvPr>
          <p:cNvCxnSpPr>
            <a:cxnSpLocks/>
          </p:cNvCxnSpPr>
          <p:nvPr/>
        </p:nvCxnSpPr>
        <p:spPr bwMode="gray">
          <a:xfrm rot="2700000">
            <a:off x="8129252" y="3162524"/>
            <a:ext cx="415851" cy="0"/>
          </a:xfrm>
          <a:prstGeom prst="line">
            <a:avLst/>
          </a:prstGeom>
          <a:noFill/>
          <a:ln w="9525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Gerader Verbinder 53">
            <a:extLst>
              <a:ext uri="{FF2B5EF4-FFF2-40B4-BE49-F238E27FC236}">
                <a16:creationId xmlns:a16="http://schemas.microsoft.com/office/drawing/2014/main" id="{7C77FB5D-BFC3-AFBA-1A4C-9627749B38D7}"/>
              </a:ext>
            </a:extLst>
          </p:cNvPr>
          <p:cNvCxnSpPr>
            <a:cxnSpLocks/>
          </p:cNvCxnSpPr>
          <p:nvPr/>
        </p:nvCxnSpPr>
        <p:spPr bwMode="gray">
          <a:xfrm rot="2700000">
            <a:off x="9467079" y="4500353"/>
            <a:ext cx="415851" cy="0"/>
          </a:xfrm>
          <a:prstGeom prst="line">
            <a:avLst/>
          </a:prstGeom>
          <a:noFill/>
          <a:ln w="9525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Gerader Verbinder 54">
            <a:extLst>
              <a:ext uri="{FF2B5EF4-FFF2-40B4-BE49-F238E27FC236}">
                <a16:creationId xmlns:a16="http://schemas.microsoft.com/office/drawing/2014/main" id="{B930C93C-CC7F-57B9-2AD8-542EF29BB343}"/>
              </a:ext>
            </a:extLst>
          </p:cNvPr>
          <p:cNvCxnSpPr>
            <a:cxnSpLocks/>
          </p:cNvCxnSpPr>
          <p:nvPr/>
        </p:nvCxnSpPr>
        <p:spPr bwMode="gray">
          <a:xfrm rot="8100000">
            <a:off x="9467079" y="3162524"/>
            <a:ext cx="415851" cy="0"/>
          </a:xfrm>
          <a:prstGeom prst="line">
            <a:avLst/>
          </a:prstGeom>
          <a:noFill/>
          <a:ln w="9525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Gerader Verbinder 55">
            <a:extLst>
              <a:ext uri="{FF2B5EF4-FFF2-40B4-BE49-F238E27FC236}">
                <a16:creationId xmlns:a16="http://schemas.microsoft.com/office/drawing/2014/main" id="{345E360C-B50B-24AC-32E7-A5B7A9965E9A}"/>
              </a:ext>
            </a:extLst>
          </p:cNvPr>
          <p:cNvCxnSpPr>
            <a:cxnSpLocks/>
          </p:cNvCxnSpPr>
          <p:nvPr/>
        </p:nvCxnSpPr>
        <p:spPr bwMode="gray">
          <a:xfrm rot="8100000">
            <a:off x="8129252" y="4500353"/>
            <a:ext cx="415851" cy="0"/>
          </a:xfrm>
          <a:prstGeom prst="line">
            <a:avLst/>
          </a:prstGeom>
          <a:noFill/>
          <a:ln w="6350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Ellipse 57">
            <a:extLst>
              <a:ext uri="{FF2B5EF4-FFF2-40B4-BE49-F238E27FC236}">
                <a16:creationId xmlns:a16="http://schemas.microsoft.com/office/drawing/2014/main" id="{C6083209-7959-CFDC-4343-0E266B1EEC97}"/>
              </a:ext>
            </a:extLst>
          </p:cNvPr>
          <p:cNvSpPr>
            <a:spLocks/>
          </p:cNvSpPr>
          <p:nvPr/>
        </p:nvSpPr>
        <p:spPr bwMode="gray">
          <a:xfrm>
            <a:off x="8542225" y="1790700"/>
            <a:ext cx="927731" cy="927731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9" name="Ellipse 58">
            <a:extLst>
              <a:ext uri="{FF2B5EF4-FFF2-40B4-BE49-F238E27FC236}">
                <a16:creationId xmlns:a16="http://schemas.microsoft.com/office/drawing/2014/main" id="{32E423F6-2A2F-3AA9-C388-9CFD59C32CFF}"/>
              </a:ext>
            </a:extLst>
          </p:cNvPr>
          <p:cNvSpPr>
            <a:spLocks/>
          </p:cNvSpPr>
          <p:nvPr/>
        </p:nvSpPr>
        <p:spPr bwMode="gray">
          <a:xfrm>
            <a:off x="9657243" y="2252555"/>
            <a:ext cx="927731" cy="927731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0" name="Ellipse 59">
            <a:extLst>
              <a:ext uri="{FF2B5EF4-FFF2-40B4-BE49-F238E27FC236}">
                <a16:creationId xmlns:a16="http://schemas.microsoft.com/office/drawing/2014/main" id="{E7A58C9D-B836-C548-A37D-5BB573ABE77C}"/>
              </a:ext>
            </a:extLst>
          </p:cNvPr>
          <p:cNvSpPr>
            <a:spLocks/>
          </p:cNvSpPr>
          <p:nvPr/>
        </p:nvSpPr>
        <p:spPr bwMode="gray">
          <a:xfrm>
            <a:off x="10119098" y="3367574"/>
            <a:ext cx="927731" cy="927731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1" name="Ellipse 60">
            <a:extLst>
              <a:ext uri="{FF2B5EF4-FFF2-40B4-BE49-F238E27FC236}">
                <a16:creationId xmlns:a16="http://schemas.microsoft.com/office/drawing/2014/main" id="{604C5A84-D123-68C0-DD82-0F66507DDCB1}"/>
              </a:ext>
            </a:extLst>
          </p:cNvPr>
          <p:cNvSpPr>
            <a:spLocks/>
          </p:cNvSpPr>
          <p:nvPr/>
        </p:nvSpPr>
        <p:spPr bwMode="gray">
          <a:xfrm>
            <a:off x="9657243" y="4482592"/>
            <a:ext cx="927731" cy="927731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2" name="Ellipse 61">
            <a:extLst>
              <a:ext uri="{FF2B5EF4-FFF2-40B4-BE49-F238E27FC236}">
                <a16:creationId xmlns:a16="http://schemas.microsoft.com/office/drawing/2014/main" id="{C2C675E5-2563-5B5D-0035-58C5E9FF4AC8}"/>
              </a:ext>
            </a:extLst>
          </p:cNvPr>
          <p:cNvSpPr>
            <a:spLocks/>
          </p:cNvSpPr>
          <p:nvPr/>
        </p:nvSpPr>
        <p:spPr bwMode="gray">
          <a:xfrm>
            <a:off x="8542225" y="4944447"/>
            <a:ext cx="927731" cy="927731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3" name="Ellipse 62">
            <a:extLst>
              <a:ext uri="{FF2B5EF4-FFF2-40B4-BE49-F238E27FC236}">
                <a16:creationId xmlns:a16="http://schemas.microsoft.com/office/drawing/2014/main" id="{185D8098-F89C-7D77-7FBF-A8A13616F931}"/>
              </a:ext>
            </a:extLst>
          </p:cNvPr>
          <p:cNvSpPr>
            <a:spLocks/>
          </p:cNvSpPr>
          <p:nvPr/>
        </p:nvSpPr>
        <p:spPr bwMode="gray">
          <a:xfrm>
            <a:off x="7427206" y="4482592"/>
            <a:ext cx="927731" cy="927731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4" name="Ellipse 63">
            <a:extLst>
              <a:ext uri="{FF2B5EF4-FFF2-40B4-BE49-F238E27FC236}">
                <a16:creationId xmlns:a16="http://schemas.microsoft.com/office/drawing/2014/main" id="{A7BAD57D-A957-76A3-134D-B4D4AE06C319}"/>
              </a:ext>
            </a:extLst>
          </p:cNvPr>
          <p:cNvSpPr>
            <a:spLocks/>
          </p:cNvSpPr>
          <p:nvPr/>
        </p:nvSpPr>
        <p:spPr bwMode="gray">
          <a:xfrm>
            <a:off x="6965351" y="3367574"/>
            <a:ext cx="927731" cy="927731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5" name="Ellipse 64">
            <a:extLst>
              <a:ext uri="{FF2B5EF4-FFF2-40B4-BE49-F238E27FC236}">
                <a16:creationId xmlns:a16="http://schemas.microsoft.com/office/drawing/2014/main" id="{3DE09785-69BE-F273-7980-65C78812E2F5}"/>
              </a:ext>
            </a:extLst>
          </p:cNvPr>
          <p:cNvSpPr>
            <a:spLocks/>
          </p:cNvSpPr>
          <p:nvPr/>
        </p:nvSpPr>
        <p:spPr bwMode="gray">
          <a:xfrm>
            <a:off x="7427206" y="2252555"/>
            <a:ext cx="927731" cy="927731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6" name="Ellipse 78">
            <a:extLst>
              <a:ext uri="{FF2B5EF4-FFF2-40B4-BE49-F238E27FC236}">
                <a16:creationId xmlns:a16="http://schemas.microsoft.com/office/drawing/2014/main" id="{C10C6B10-57F8-0F6F-2DB3-E0B7A7C9D1EA}"/>
              </a:ext>
            </a:extLst>
          </p:cNvPr>
          <p:cNvSpPr>
            <a:spLocks/>
          </p:cNvSpPr>
          <p:nvPr/>
        </p:nvSpPr>
        <p:spPr bwMode="gray">
          <a:xfrm flipH="1">
            <a:off x="8201074" y="3026423"/>
            <a:ext cx="1610032" cy="1610031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Lorem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ipsum</a:t>
            </a:r>
          </a:p>
        </p:txBody>
      </p:sp>
      <p:pic>
        <p:nvPicPr>
          <p:cNvPr id="37" name="Grafik 81">
            <a:extLst>
              <a:ext uri="{FF2B5EF4-FFF2-40B4-BE49-F238E27FC236}">
                <a16:creationId xmlns:a16="http://schemas.microsoft.com/office/drawing/2014/main" id="{BD400D59-D3DD-513A-5EBD-F39A68D9167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1321" y="2446669"/>
            <a:ext cx="539502" cy="539502"/>
          </a:xfrm>
          <a:prstGeom prst="rect">
            <a:avLst/>
          </a:prstGeom>
        </p:spPr>
      </p:pic>
      <p:pic>
        <p:nvPicPr>
          <p:cNvPr id="38" name="Grafik 83">
            <a:extLst>
              <a:ext uri="{FF2B5EF4-FFF2-40B4-BE49-F238E27FC236}">
                <a16:creationId xmlns:a16="http://schemas.microsoft.com/office/drawing/2014/main" id="{F617C24D-AF01-F681-9907-12FCBFA17BF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36340" y="1984815"/>
            <a:ext cx="539502" cy="539502"/>
          </a:xfrm>
          <a:prstGeom prst="rect">
            <a:avLst/>
          </a:prstGeom>
        </p:spPr>
      </p:pic>
      <p:pic>
        <p:nvPicPr>
          <p:cNvPr id="39" name="Grafik 85">
            <a:extLst>
              <a:ext uri="{FF2B5EF4-FFF2-40B4-BE49-F238E27FC236}">
                <a16:creationId xmlns:a16="http://schemas.microsoft.com/office/drawing/2014/main" id="{4300AC4A-E7E4-7DEC-E689-5BF83DC63EE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1321" y="4676706"/>
            <a:ext cx="539502" cy="539502"/>
          </a:xfrm>
          <a:prstGeom prst="rect">
            <a:avLst/>
          </a:prstGeom>
        </p:spPr>
      </p:pic>
      <p:pic>
        <p:nvPicPr>
          <p:cNvPr id="40" name="Grafik 87">
            <a:extLst>
              <a:ext uri="{FF2B5EF4-FFF2-40B4-BE49-F238E27FC236}">
                <a16:creationId xmlns:a16="http://schemas.microsoft.com/office/drawing/2014/main" id="{DD8D0B6C-55F8-AAAC-C1AA-F4628A14D6D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59465" y="3561688"/>
            <a:ext cx="539502" cy="539502"/>
          </a:xfrm>
          <a:prstGeom prst="rect">
            <a:avLst/>
          </a:prstGeom>
        </p:spPr>
      </p:pic>
      <p:pic>
        <p:nvPicPr>
          <p:cNvPr id="41" name="Grafik 89">
            <a:extLst>
              <a:ext uri="{FF2B5EF4-FFF2-40B4-BE49-F238E27FC236}">
                <a16:creationId xmlns:a16="http://schemas.microsoft.com/office/drawing/2014/main" id="{445F8A5D-1120-1F95-ED3E-B87CB37A28C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13212" y="3561688"/>
            <a:ext cx="539502" cy="539502"/>
          </a:xfrm>
          <a:prstGeom prst="rect">
            <a:avLst/>
          </a:prstGeom>
        </p:spPr>
      </p:pic>
      <p:pic>
        <p:nvPicPr>
          <p:cNvPr id="42" name="Grafik 91">
            <a:extLst>
              <a:ext uri="{FF2B5EF4-FFF2-40B4-BE49-F238E27FC236}">
                <a16:creationId xmlns:a16="http://schemas.microsoft.com/office/drawing/2014/main" id="{CBEA047B-E89D-CF5A-0CAB-852C46160A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51358" y="2446669"/>
            <a:ext cx="539502" cy="539502"/>
          </a:xfrm>
          <a:prstGeom prst="rect">
            <a:avLst/>
          </a:prstGeom>
        </p:spPr>
      </p:pic>
      <p:pic>
        <p:nvPicPr>
          <p:cNvPr id="43" name="Grafik 93">
            <a:extLst>
              <a:ext uri="{FF2B5EF4-FFF2-40B4-BE49-F238E27FC236}">
                <a16:creationId xmlns:a16="http://schemas.microsoft.com/office/drawing/2014/main" id="{F3065BD9-7616-9F39-6B4A-61E8BF2B50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36340" y="5138562"/>
            <a:ext cx="539502" cy="539502"/>
          </a:xfrm>
          <a:prstGeom prst="rect">
            <a:avLst/>
          </a:prstGeom>
        </p:spPr>
      </p:pic>
      <p:pic>
        <p:nvPicPr>
          <p:cNvPr id="45" name="Grafik 95">
            <a:extLst>
              <a:ext uri="{FF2B5EF4-FFF2-40B4-BE49-F238E27FC236}">
                <a16:creationId xmlns:a16="http://schemas.microsoft.com/office/drawing/2014/main" id="{49B83987-FFAE-2022-D23E-CFA8FB6EA0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851358" y="4676706"/>
            <a:ext cx="539502" cy="539502"/>
          </a:xfrm>
          <a:prstGeom prst="rect">
            <a:avLst/>
          </a:prstGeom>
        </p:spPr>
      </p:pic>
      <p:sp>
        <p:nvSpPr>
          <p:cNvPr id="18" name="Rectangle 3">
            <a:extLst>
              <a:ext uri="{FF2B5EF4-FFF2-40B4-BE49-F238E27FC236}">
                <a16:creationId xmlns:a16="http://schemas.microsoft.com/office/drawing/2014/main" id="{9A9AE8DF-7482-8570-EE2D-3ACC9C7072AE}"/>
              </a:ext>
            </a:extLst>
          </p:cNvPr>
          <p:cNvSpPr>
            <a:spLocks/>
          </p:cNvSpPr>
          <p:nvPr/>
        </p:nvSpPr>
        <p:spPr bwMode="gray">
          <a:xfrm>
            <a:off x="3312960" y="4593778"/>
            <a:ext cx="2085499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Verdana" pitchFamily="34" charset="0"/>
                <a:cs typeface="+mn-cs"/>
              </a:rPr>
              <a:t>Lorem ipsum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8FAB27C8-3E7A-899C-BB5A-7F02E56A33B5}"/>
              </a:ext>
            </a:extLst>
          </p:cNvPr>
          <p:cNvSpPr>
            <a:spLocks/>
          </p:cNvSpPr>
          <p:nvPr/>
        </p:nvSpPr>
        <p:spPr bwMode="gray">
          <a:xfrm>
            <a:off x="3312960" y="4965972"/>
            <a:ext cx="2085499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Cras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fringilla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felis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sit amet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fringilla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pulvinar</a:t>
            </a:r>
          </a:p>
        </p:txBody>
      </p:sp>
      <p:pic>
        <p:nvPicPr>
          <p:cNvPr id="20" name="Grafik 43">
            <a:extLst>
              <a:ext uri="{FF2B5EF4-FFF2-40B4-BE49-F238E27FC236}">
                <a16:creationId xmlns:a16="http://schemas.microsoft.com/office/drawing/2014/main" id="{D28CC504-45FC-109C-55AF-26D4D872F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39585" y="3902818"/>
            <a:ext cx="666650" cy="666650"/>
          </a:xfrm>
          <a:prstGeom prst="rect">
            <a:avLst/>
          </a:prstGeom>
        </p:spPr>
      </p:pic>
      <p:sp>
        <p:nvSpPr>
          <p:cNvPr id="22" name="Rectangle 3">
            <a:extLst>
              <a:ext uri="{FF2B5EF4-FFF2-40B4-BE49-F238E27FC236}">
                <a16:creationId xmlns:a16="http://schemas.microsoft.com/office/drawing/2014/main" id="{9DBE28AE-6190-7759-7589-FD59F2813FB5}"/>
              </a:ext>
            </a:extLst>
          </p:cNvPr>
          <p:cNvSpPr>
            <a:spLocks/>
          </p:cNvSpPr>
          <p:nvPr/>
        </p:nvSpPr>
        <p:spPr bwMode="gray">
          <a:xfrm>
            <a:off x="408525" y="4593775"/>
            <a:ext cx="2085499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Verdana" pitchFamily="34" charset="0"/>
                <a:cs typeface="+mn-cs"/>
              </a:rPr>
              <a:t>Lorem ipsum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BD3F55AF-9DC6-A72C-278B-07DA88FC3D3A}"/>
              </a:ext>
            </a:extLst>
          </p:cNvPr>
          <p:cNvSpPr>
            <a:spLocks/>
          </p:cNvSpPr>
          <p:nvPr/>
        </p:nvSpPr>
        <p:spPr bwMode="gray">
          <a:xfrm>
            <a:off x="408525" y="4965969"/>
            <a:ext cx="2085499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Cras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fringilla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felis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sit amet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fringilla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pulvinar</a:t>
            </a:r>
          </a:p>
        </p:txBody>
      </p:sp>
      <p:pic>
        <p:nvPicPr>
          <p:cNvPr id="24" name="Grafik 44">
            <a:extLst>
              <a:ext uri="{FF2B5EF4-FFF2-40B4-BE49-F238E27FC236}">
                <a16:creationId xmlns:a16="http://schemas.microsoft.com/office/drawing/2014/main" id="{DE7BD0BE-0D5F-9722-7F2B-43B04270D0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6464" y="3920206"/>
            <a:ext cx="666650" cy="666650"/>
          </a:xfrm>
          <a:prstGeom prst="rect">
            <a:avLst/>
          </a:prstGeom>
        </p:spPr>
      </p:pic>
      <p:sp>
        <p:nvSpPr>
          <p:cNvPr id="26" name="Rectangle 3">
            <a:extLst>
              <a:ext uri="{FF2B5EF4-FFF2-40B4-BE49-F238E27FC236}">
                <a16:creationId xmlns:a16="http://schemas.microsoft.com/office/drawing/2014/main" id="{A49D0070-4E9D-AC4A-7D99-3B5D1879D830}"/>
              </a:ext>
            </a:extLst>
          </p:cNvPr>
          <p:cNvSpPr>
            <a:spLocks/>
          </p:cNvSpPr>
          <p:nvPr/>
        </p:nvSpPr>
        <p:spPr bwMode="gray">
          <a:xfrm>
            <a:off x="3316845" y="2825874"/>
            <a:ext cx="2085499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Verdana" pitchFamily="34" charset="0"/>
                <a:cs typeface="+mn-cs"/>
              </a:rPr>
              <a:t>Lorem ipsum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C390470D-0F11-B093-F55B-DFAA78A0DE6D}"/>
              </a:ext>
            </a:extLst>
          </p:cNvPr>
          <p:cNvSpPr>
            <a:spLocks/>
          </p:cNvSpPr>
          <p:nvPr/>
        </p:nvSpPr>
        <p:spPr bwMode="gray">
          <a:xfrm>
            <a:off x="3316845" y="3198068"/>
            <a:ext cx="2085499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Cras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fringilla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felis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sit amet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fringilla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pulvinar</a:t>
            </a:r>
          </a:p>
        </p:txBody>
      </p:sp>
      <p:pic>
        <p:nvPicPr>
          <p:cNvPr id="44" name="Grafik 45">
            <a:extLst>
              <a:ext uri="{FF2B5EF4-FFF2-40B4-BE49-F238E27FC236}">
                <a16:creationId xmlns:a16="http://schemas.microsoft.com/office/drawing/2014/main" id="{AB2274B0-B73C-7CA2-6C51-2B2A8203F5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60579" y="2151238"/>
            <a:ext cx="666650" cy="666650"/>
          </a:xfrm>
          <a:prstGeom prst="rect">
            <a:avLst/>
          </a:prstGeom>
        </p:spPr>
      </p:pic>
      <p:sp>
        <p:nvSpPr>
          <p:cNvPr id="63" name="Rectangle 3">
            <a:extLst>
              <a:ext uri="{FF2B5EF4-FFF2-40B4-BE49-F238E27FC236}">
                <a16:creationId xmlns:a16="http://schemas.microsoft.com/office/drawing/2014/main" id="{785D36AA-2257-D929-2AE4-A7A5C4BCC72C}"/>
              </a:ext>
            </a:extLst>
          </p:cNvPr>
          <p:cNvSpPr>
            <a:spLocks/>
          </p:cNvSpPr>
          <p:nvPr/>
        </p:nvSpPr>
        <p:spPr bwMode="gray">
          <a:xfrm>
            <a:off x="408525" y="2825872"/>
            <a:ext cx="2085499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Verdana" pitchFamily="34" charset="0"/>
                <a:cs typeface="+mn-cs"/>
              </a:rPr>
              <a:t>Lorem ipsum</a:t>
            </a:r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740CA6FC-A84F-6940-40B1-A43527A3E9B5}"/>
              </a:ext>
            </a:extLst>
          </p:cNvPr>
          <p:cNvSpPr>
            <a:spLocks/>
          </p:cNvSpPr>
          <p:nvPr/>
        </p:nvSpPr>
        <p:spPr bwMode="gray">
          <a:xfrm>
            <a:off x="408525" y="3198066"/>
            <a:ext cx="2085499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Cras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fringilla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felis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sit amet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fringilla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pulvinar</a:t>
            </a:r>
          </a:p>
        </p:txBody>
      </p:sp>
      <p:pic>
        <p:nvPicPr>
          <p:cNvPr id="65" name="Grafik 46">
            <a:extLst>
              <a:ext uri="{FF2B5EF4-FFF2-40B4-BE49-F238E27FC236}">
                <a16:creationId xmlns:a16="http://schemas.microsoft.com/office/drawing/2014/main" id="{09E7683D-4486-903A-766C-D842AB855E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26464" y="2151238"/>
            <a:ext cx="666650" cy="666650"/>
          </a:xfrm>
          <a:prstGeom prst="rect">
            <a:avLst/>
          </a:prstGeom>
        </p:spPr>
      </p:pic>
      <p:sp>
        <p:nvSpPr>
          <p:cNvPr id="47" name="Text Placeholder 15">
            <a:extLst>
              <a:ext uri="{FF2B5EF4-FFF2-40B4-BE49-F238E27FC236}">
                <a16:creationId xmlns:a16="http://schemas.microsoft.com/office/drawing/2014/main" id="{F159BB14-5B6A-0A91-5ACC-66A749F5352E}"/>
              </a:ext>
            </a:extLst>
          </p:cNvPr>
          <p:cNvSpPr/>
          <p:nvPr/>
        </p:nvSpPr>
        <p:spPr>
          <a:xfrm>
            <a:off x="407988" y="6275487"/>
            <a:ext cx="2032608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Keywords: mind map, maps, icon, icons</a:t>
            </a:r>
          </a:p>
        </p:txBody>
      </p:sp>
    </p:spTree>
    <p:extLst>
      <p:ext uri="{BB962C8B-B14F-4D97-AF65-F5344CB8AC3E}">
        <p14:creationId xmlns:p14="http://schemas.microsoft.com/office/powerpoint/2010/main" val="679524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>
                <a:sym typeface="Futura"/>
              </a:rPr>
              <a:t>Building </a:t>
            </a:r>
            <a:r>
              <a:rPr lang="en-US">
                <a:sym typeface="Futura"/>
              </a:rPr>
              <a:t>b</a:t>
            </a:r>
            <a:r>
              <a:rPr lang="en-US" noProof="0">
                <a:sym typeface="Futura"/>
              </a:rPr>
              <a:t>locks</a:t>
            </a:r>
            <a:endParaRPr lang="en-US"/>
          </a:p>
        </p:txBody>
      </p:sp>
      <p:cxnSp>
        <p:nvCxnSpPr>
          <p:cNvPr id="3" name="Gerader Verbinder 7">
            <a:extLst>
              <a:ext uri="{FF2B5EF4-FFF2-40B4-BE49-F238E27FC236}">
                <a16:creationId xmlns:a16="http://schemas.microsoft.com/office/drawing/2014/main" id="{4A9EDBAA-A9C5-4B7F-EBD8-2A971D11DC35}"/>
              </a:ext>
            </a:extLst>
          </p:cNvPr>
          <p:cNvCxnSpPr>
            <a:cxnSpLocks/>
          </p:cNvCxnSpPr>
          <p:nvPr/>
        </p:nvCxnSpPr>
        <p:spPr bwMode="gray">
          <a:xfrm flipV="1">
            <a:off x="3009269" y="4077541"/>
            <a:ext cx="1737934" cy="0"/>
          </a:xfrm>
          <a:prstGeom prst="line">
            <a:avLst/>
          </a:prstGeom>
          <a:noFill/>
          <a:ln w="9525" cap="rnd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" name="Gerader Verbinder 8">
            <a:extLst>
              <a:ext uri="{FF2B5EF4-FFF2-40B4-BE49-F238E27FC236}">
                <a16:creationId xmlns:a16="http://schemas.microsoft.com/office/drawing/2014/main" id="{F2E7F491-F22F-2313-53D9-6F968C5838D1}"/>
              </a:ext>
            </a:extLst>
          </p:cNvPr>
          <p:cNvCxnSpPr>
            <a:cxnSpLocks/>
          </p:cNvCxnSpPr>
          <p:nvPr/>
        </p:nvCxnSpPr>
        <p:spPr bwMode="gray">
          <a:xfrm flipV="1">
            <a:off x="7475382" y="4077541"/>
            <a:ext cx="1737934" cy="0"/>
          </a:xfrm>
          <a:prstGeom prst="line">
            <a:avLst/>
          </a:prstGeom>
          <a:noFill/>
          <a:ln w="9525" cap="rnd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6" name="Freihandform: Form 11">
            <a:extLst>
              <a:ext uri="{FF2B5EF4-FFF2-40B4-BE49-F238E27FC236}">
                <a16:creationId xmlns:a16="http://schemas.microsoft.com/office/drawing/2014/main" id="{992D93D8-7913-F89D-7D62-0266869011C1}"/>
              </a:ext>
            </a:extLst>
          </p:cNvPr>
          <p:cNvSpPr>
            <a:spLocks/>
          </p:cNvSpPr>
          <p:nvPr/>
        </p:nvSpPr>
        <p:spPr bwMode="gray">
          <a:xfrm rot="10800000" flipH="1">
            <a:off x="1645179" y="4843887"/>
            <a:ext cx="3102024" cy="559922"/>
          </a:xfrm>
          <a:custGeom>
            <a:avLst/>
            <a:gdLst>
              <a:gd name="connsiteX0" fmla="*/ 0 w 1464815"/>
              <a:gd name="connsiteY0" fmla="*/ 870012 h 870012"/>
              <a:gd name="connsiteX1" fmla="*/ 0 w 1464815"/>
              <a:gd name="connsiteY1" fmla="*/ 0 h 870012"/>
              <a:gd name="connsiteX2" fmla="*/ 1464815 w 1464815"/>
              <a:gd name="connsiteY2" fmla="*/ 0 h 870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4815" h="870012">
                <a:moveTo>
                  <a:pt x="0" y="870012"/>
                </a:moveTo>
                <a:lnTo>
                  <a:pt x="0" y="0"/>
                </a:lnTo>
                <a:lnTo>
                  <a:pt x="1464815" y="0"/>
                </a:lnTo>
              </a:path>
            </a:pathLst>
          </a:custGeom>
          <a:noFill/>
          <a:ln w="9525" cap="rnd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7" name="Freihandform: Form 25">
            <a:extLst>
              <a:ext uri="{FF2B5EF4-FFF2-40B4-BE49-F238E27FC236}">
                <a16:creationId xmlns:a16="http://schemas.microsoft.com/office/drawing/2014/main" id="{E8AD8485-A87A-95AC-147F-F8D4451674D3}"/>
              </a:ext>
            </a:extLst>
          </p:cNvPr>
          <p:cNvSpPr>
            <a:spLocks/>
          </p:cNvSpPr>
          <p:nvPr/>
        </p:nvSpPr>
        <p:spPr bwMode="gray">
          <a:xfrm rot="10800000" flipV="1">
            <a:off x="7486143" y="2388416"/>
            <a:ext cx="3102024" cy="751116"/>
          </a:xfrm>
          <a:custGeom>
            <a:avLst/>
            <a:gdLst>
              <a:gd name="connsiteX0" fmla="*/ 0 w 1464815"/>
              <a:gd name="connsiteY0" fmla="*/ 870012 h 870012"/>
              <a:gd name="connsiteX1" fmla="*/ 0 w 1464815"/>
              <a:gd name="connsiteY1" fmla="*/ 0 h 870012"/>
              <a:gd name="connsiteX2" fmla="*/ 1464815 w 1464815"/>
              <a:gd name="connsiteY2" fmla="*/ 0 h 870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4815" h="870012">
                <a:moveTo>
                  <a:pt x="0" y="870012"/>
                </a:moveTo>
                <a:lnTo>
                  <a:pt x="0" y="0"/>
                </a:lnTo>
                <a:lnTo>
                  <a:pt x="1464815" y="0"/>
                </a:lnTo>
              </a:path>
            </a:pathLst>
          </a:custGeom>
          <a:noFill/>
          <a:ln w="9525" cap="rnd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2F6BAFA-AB7F-DE9D-56C0-728901B5A028}"/>
              </a:ext>
            </a:extLst>
          </p:cNvPr>
          <p:cNvSpPr txBox="1">
            <a:spLocks/>
          </p:cNvSpPr>
          <p:nvPr/>
        </p:nvSpPr>
        <p:spPr bwMode="gray">
          <a:xfrm>
            <a:off x="407987" y="3969819"/>
            <a:ext cx="2486242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sym typeface="Futura"/>
              </a:rPr>
              <a:t>Insert your desired text</a:t>
            </a:r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C9936774-4867-986C-F428-B17D6638169D}"/>
              </a:ext>
            </a:extLst>
          </p:cNvPr>
          <p:cNvSpPr txBox="1">
            <a:spLocks/>
          </p:cNvSpPr>
          <p:nvPr/>
        </p:nvSpPr>
        <p:spPr>
          <a:xfrm>
            <a:off x="407987" y="4301519"/>
            <a:ext cx="248624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en-US" sz="1400" dirty="0"/>
              <a:t>Lorem ipsum dolor sit amet,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.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F2217ED-C178-DB15-D0F3-EF38847D6FE7}"/>
              </a:ext>
            </a:extLst>
          </p:cNvPr>
          <p:cNvSpPr txBox="1">
            <a:spLocks/>
          </p:cNvSpPr>
          <p:nvPr/>
        </p:nvSpPr>
        <p:spPr bwMode="gray">
          <a:xfrm>
            <a:off x="4868171" y="3969819"/>
            <a:ext cx="2486242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sym typeface="Futura"/>
              </a:rPr>
              <a:t>Insert your desired text</a:t>
            </a:r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823B96F4-C34F-14EE-43AD-0B3529AE70E4}"/>
              </a:ext>
            </a:extLst>
          </p:cNvPr>
          <p:cNvSpPr txBox="1">
            <a:spLocks/>
          </p:cNvSpPr>
          <p:nvPr/>
        </p:nvSpPr>
        <p:spPr>
          <a:xfrm>
            <a:off x="4868171" y="4301519"/>
            <a:ext cx="248624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en-US" sz="1400" dirty="0"/>
              <a:t>Lorem ipsum dolor sit amet,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.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A919A584-691C-4BEB-085D-85669A26E749}"/>
              </a:ext>
            </a:extLst>
          </p:cNvPr>
          <p:cNvSpPr txBox="1">
            <a:spLocks/>
          </p:cNvSpPr>
          <p:nvPr/>
        </p:nvSpPr>
        <p:spPr bwMode="gray">
          <a:xfrm>
            <a:off x="9334283" y="3969819"/>
            <a:ext cx="2486242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sym typeface="Futura"/>
              </a:rPr>
              <a:t>Insert your desired text</a:t>
            </a:r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CE7D1560-D740-AFC5-A968-BF73C03D8CC7}"/>
              </a:ext>
            </a:extLst>
          </p:cNvPr>
          <p:cNvSpPr txBox="1">
            <a:spLocks/>
          </p:cNvSpPr>
          <p:nvPr/>
        </p:nvSpPr>
        <p:spPr>
          <a:xfrm>
            <a:off x="9334283" y="4301519"/>
            <a:ext cx="248624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en-US" sz="1400" dirty="0"/>
              <a:t>Lorem ipsum dolor sit amet,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. 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C7B20CF8-096E-9CEF-A4DA-D5054C72AAC4}"/>
              </a:ext>
            </a:extLst>
          </p:cNvPr>
          <p:cNvSpPr txBox="1">
            <a:spLocks/>
          </p:cNvSpPr>
          <p:nvPr/>
        </p:nvSpPr>
        <p:spPr bwMode="gray">
          <a:xfrm>
            <a:off x="4868171" y="2275185"/>
            <a:ext cx="2486242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sym typeface="Futura"/>
              </a:rPr>
              <a:t>Insert your desired text</a:t>
            </a:r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EB23D17E-1FBD-B303-16D5-3B77CDCA82DA}"/>
              </a:ext>
            </a:extLst>
          </p:cNvPr>
          <p:cNvSpPr txBox="1">
            <a:spLocks/>
          </p:cNvSpPr>
          <p:nvPr/>
        </p:nvSpPr>
        <p:spPr>
          <a:xfrm>
            <a:off x="4868171" y="2606885"/>
            <a:ext cx="248624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en-US" sz="1400" dirty="0"/>
              <a:t>Lorem ipsum dolor sit amet,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. </a:t>
            </a: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86061914-FA23-9008-06BC-448E5F1FB49A}"/>
              </a:ext>
            </a:extLst>
          </p:cNvPr>
          <p:cNvSpPr txBox="1">
            <a:spLocks/>
          </p:cNvSpPr>
          <p:nvPr/>
        </p:nvSpPr>
        <p:spPr bwMode="gray">
          <a:xfrm>
            <a:off x="4868171" y="5293061"/>
            <a:ext cx="2486242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sym typeface="Futura"/>
              </a:rPr>
              <a:t>Insert your desired text</a:t>
            </a:r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6C86DE12-EA87-7A69-755A-C0BC9BE0DFAB}"/>
              </a:ext>
            </a:extLst>
          </p:cNvPr>
          <p:cNvSpPr txBox="1">
            <a:spLocks/>
          </p:cNvSpPr>
          <p:nvPr/>
        </p:nvSpPr>
        <p:spPr>
          <a:xfrm>
            <a:off x="4868171" y="5624761"/>
            <a:ext cx="248624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en-US" sz="1400" dirty="0"/>
              <a:t>Lorem ipsum dolor sit amet,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. </a:t>
            </a:r>
          </a:p>
        </p:txBody>
      </p:sp>
      <p:pic>
        <p:nvPicPr>
          <p:cNvPr id="20" name="Grafik 69">
            <a:extLst>
              <a:ext uri="{FF2B5EF4-FFF2-40B4-BE49-F238E27FC236}">
                <a16:creationId xmlns:a16="http://schemas.microsoft.com/office/drawing/2014/main" id="{119D12B7-4A5C-A77C-2A13-546B1E5F0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9120" y="5217154"/>
            <a:ext cx="914400" cy="914400"/>
          </a:xfrm>
          <a:prstGeom prst="rect">
            <a:avLst/>
          </a:prstGeom>
        </p:spPr>
      </p:pic>
      <p:pic>
        <p:nvPicPr>
          <p:cNvPr id="21" name="Grafik 70">
            <a:extLst>
              <a:ext uri="{FF2B5EF4-FFF2-40B4-BE49-F238E27FC236}">
                <a16:creationId xmlns:a16="http://schemas.microsoft.com/office/drawing/2014/main" id="{89579743-3627-DD86-D839-2F8EF4D71C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4092" y="3134747"/>
            <a:ext cx="914400" cy="914400"/>
          </a:xfrm>
          <a:prstGeom prst="rect">
            <a:avLst/>
          </a:prstGeom>
        </p:spPr>
      </p:pic>
      <p:pic>
        <p:nvPicPr>
          <p:cNvPr id="22" name="Grafik 71">
            <a:extLst>
              <a:ext uri="{FF2B5EF4-FFF2-40B4-BE49-F238E27FC236}">
                <a16:creationId xmlns:a16="http://schemas.microsoft.com/office/drawing/2014/main" id="{343EA873-BD0C-7821-B00F-6009E287D0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3908" y="3134747"/>
            <a:ext cx="914400" cy="914400"/>
          </a:xfrm>
          <a:prstGeom prst="rect">
            <a:avLst/>
          </a:prstGeom>
        </p:spPr>
      </p:pic>
      <p:pic>
        <p:nvPicPr>
          <p:cNvPr id="23" name="Grafik 72">
            <a:extLst>
              <a:ext uri="{FF2B5EF4-FFF2-40B4-BE49-F238E27FC236}">
                <a16:creationId xmlns:a16="http://schemas.microsoft.com/office/drawing/2014/main" id="{D95C61E5-9584-2FC1-42F0-9B8D47CC8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0204" y="3134747"/>
            <a:ext cx="914400" cy="914400"/>
          </a:xfrm>
          <a:prstGeom prst="rect">
            <a:avLst/>
          </a:prstGeom>
        </p:spPr>
      </p:pic>
      <p:pic>
        <p:nvPicPr>
          <p:cNvPr id="24" name="Grafik 73">
            <a:extLst>
              <a:ext uri="{FF2B5EF4-FFF2-40B4-BE49-F238E27FC236}">
                <a16:creationId xmlns:a16="http://schemas.microsoft.com/office/drawing/2014/main" id="{411B0A74-3F41-31EA-ACEF-8E74084607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91627" y="1566397"/>
            <a:ext cx="639330" cy="639330"/>
          </a:xfrm>
          <a:prstGeom prst="rect">
            <a:avLst/>
          </a:prstGeom>
        </p:spPr>
      </p:pic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FBC80A1C-1BA3-1921-D047-EE2585817F17}"/>
              </a:ext>
            </a:extLst>
          </p:cNvPr>
          <p:cNvSpPr/>
          <p:nvPr/>
        </p:nvSpPr>
        <p:spPr>
          <a:xfrm>
            <a:off x="407988" y="6275487"/>
            <a:ext cx="3103414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Aft>
                <a:spcPts val="110"/>
              </a:spcAft>
            </a:pPr>
            <a:r>
              <a:rPr lang="en-US" sz="900" noProof="0">
                <a:solidFill>
                  <a:schemeClr val="tx2"/>
                </a:solidFill>
                <a:latin typeface="Arial" panose="020B0604020202020204" pitchFamily="34" charset="0"/>
              </a:rPr>
              <a:t>Keywords: block, icon, icons, flow, flows, process, processes</a:t>
            </a:r>
          </a:p>
        </p:txBody>
      </p:sp>
    </p:spTree>
    <p:extLst>
      <p:ext uri="{BB962C8B-B14F-4D97-AF65-F5344CB8AC3E}">
        <p14:creationId xmlns:p14="http://schemas.microsoft.com/office/powerpoint/2010/main" val="28050035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QkJBQXpNCFeLakxX_Gea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ink-cell Template">
  <a:themeElements>
    <a:clrScheme name="think-cell Color Theme">
      <a:dk1>
        <a:srgbClr val="080808"/>
      </a:dk1>
      <a:lt1>
        <a:srgbClr val="FFFFFF"/>
      </a:lt1>
      <a:dk2>
        <a:srgbClr val="525252"/>
      </a:dk2>
      <a:lt2>
        <a:srgbClr val="EFEFF1"/>
      </a:lt2>
      <a:accent1>
        <a:srgbClr val="2972FF"/>
      </a:accent1>
      <a:accent2>
        <a:srgbClr val="1BBC9B"/>
      </a:accent2>
      <a:accent3>
        <a:srgbClr val="E4941B"/>
      </a:accent3>
      <a:accent4>
        <a:srgbClr val="D9E9FF"/>
      </a:accent4>
      <a:accent5>
        <a:srgbClr val="8EC1FF"/>
      </a:accent5>
      <a:accent6>
        <a:srgbClr val="A1A1A1"/>
      </a:accent6>
      <a:hlink>
        <a:srgbClr val="0070B0"/>
      </a:hlink>
      <a:folHlink>
        <a:srgbClr val="C52536"/>
      </a:folHlink>
    </a:clrScheme>
    <a:fontScheme name="think-cel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9525">
          <a:noFill/>
        </a:ln>
      </a:spPr>
      <a:bodyPr lIns="72000" tIns="72000" rIns="72000" bIns="72000" rtlCol="0" anchor="ctr"/>
      <a:lstStyle>
        <a:defPPr algn="l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>
          <a:buNone/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unnels.potx" id="{069C7B7E-E571-4783-8393-749D58F807A8}" vid="{0E99897F-9A89-4940-BB12-1C90C4A6D6D3}"/>
    </a:ext>
  </a:extLst>
</a:theme>
</file>

<file path=ppt/theme/theme3.xml><?xml version="1.0" encoding="utf-8"?>
<a:theme xmlns:a="http://schemas.openxmlformats.org/drawingml/2006/main" name="1_think-cell Template">
  <a:themeElements>
    <a:clrScheme name="think-cell Color Theme">
      <a:dk1>
        <a:srgbClr val="080808"/>
      </a:dk1>
      <a:lt1>
        <a:srgbClr val="FFFFFF"/>
      </a:lt1>
      <a:dk2>
        <a:srgbClr val="525252"/>
      </a:dk2>
      <a:lt2>
        <a:srgbClr val="EFEFF1"/>
      </a:lt2>
      <a:accent1>
        <a:srgbClr val="2972FF"/>
      </a:accent1>
      <a:accent2>
        <a:srgbClr val="1BBC9B"/>
      </a:accent2>
      <a:accent3>
        <a:srgbClr val="E4941B"/>
      </a:accent3>
      <a:accent4>
        <a:srgbClr val="D9E9FF"/>
      </a:accent4>
      <a:accent5>
        <a:srgbClr val="8EC1FF"/>
      </a:accent5>
      <a:accent6>
        <a:srgbClr val="A1A1A1"/>
      </a:accent6>
      <a:hlink>
        <a:srgbClr val="0070B0"/>
      </a:hlink>
      <a:folHlink>
        <a:srgbClr val="C52536"/>
      </a:folHlink>
    </a:clrScheme>
    <a:fontScheme name="think-cel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9525">
          <a:noFill/>
        </a:ln>
      </a:spPr>
      <a:bodyPr lIns="72000" tIns="72000" rIns="72000" bIns="72000" rtlCol="0" anchor="ctr"/>
      <a:lstStyle>
        <a:defPPr algn="l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>
          <a:buNone/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ubes.potx" id="{FCF4D20F-9CCF-44C7-84B2-9B0AA69BA266}" vid="{FECB9A88-EFF8-40B4-AD93-3C2B32104885}"/>
    </a:ext>
  </a:extLst>
</a:theme>
</file>

<file path=ppt/theme/theme4.xml><?xml version="1.0" encoding="utf-8"?>
<a:theme xmlns:a="http://schemas.openxmlformats.org/drawingml/2006/main" name="2_think-cell Template">
  <a:themeElements>
    <a:clrScheme name="think-cell Color Theme">
      <a:dk1>
        <a:srgbClr val="080808"/>
      </a:dk1>
      <a:lt1>
        <a:srgbClr val="FFFFFF"/>
      </a:lt1>
      <a:dk2>
        <a:srgbClr val="525252"/>
      </a:dk2>
      <a:lt2>
        <a:srgbClr val="EFEFF1"/>
      </a:lt2>
      <a:accent1>
        <a:srgbClr val="2972FF"/>
      </a:accent1>
      <a:accent2>
        <a:srgbClr val="1BBC9B"/>
      </a:accent2>
      <a:accent3>
        <a:srgbClr val="E4941B"/>
      </a:accent3>
      <a:accent4>
        <a:srgbClr val="D9E9FF"/>
      </a:accent4>
      <a:accent5>
        <a:srgbClr val="8EC1FF"/>
      </a:accent5>
      <a:accent6>
        <a:srgbClr val="A1A1A1"/>
      </a:accent6>
      <a:hlink>
        <a:srgbClr val="0070B0"/>
      </a:hlink>
      <a:folHlink>
        <a:srgbClr val="C52536"/>
      </a:folHlink>
    </a:clrScheme>
    <a:fontScheme name="think-cel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9525">
          <a:noFill/>
        </a:ln>
      </a:spPr>
      <a:bodyPr lIns="72000" tIns="72000" rIns="72000" bIns="72000" rtlCol="0" anchor="ctr"/>
      <a:lstStyle>
        <a:defPPr algn="l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>
          <a:buNone/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22E79A48-A3C5-4E83-9451-0105F482DB1D}" vid="{0E254E5B-5BFA-4ED6-B54E-A0BD0C1876E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658</Words>
  <Application>Microsoft Macintosh PowerPoint</Application>
  <PresentationFormat>Widescreen</PresentationFormat>
  <Paragraphs>112</Paragraphs>
  <Slides>11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Futura</vt:lpstr>
      <vt:lpstr>Montserrat</vt:lpstr>
      <vt:lpstr>Symbol</vt:lpstr>
      <vt:lpstr>Office Theme</vt:lpstr>
      <vt:lpstr>think-cell Template</vt:lpstr>
      <vt:lpstr>1_think-cell Template</vt:lpstr>
      <vt:lpstr>2_think-cell Template</vt:lpstr>
      <vt:lpstr>think-cell Slide</vt:lpstr>
      <vt:lpstr>PowerPoint Presentation</vt:lpstr>
      <vt:lpstr>Funnel II</vt:lpstr>
      <vt:lpstr>Funnel II</vt:lpstr>
      <vt:lpstr>Funnel II</vt:lpstr>
      <vt:lpstr>Cube with six dimensions</vt:lpstr>
      <vt:lpstr>3D pyramid with three layers</vt:lpstr>
      <vt:lpstr>Infographic process II</vt:lpstr>
      <vt:lpstr>PowerPoint Presentation</vt:lpstr>
      <vt:lpstr>PowerPoint Presentation</vt:lpstr>
      <vt:lpstr>Target market</vt:lpstr>
      <vt:lpstr>Building blocks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Juanjo Chiarella</dc:creator>
  <cp:lastModifiedBy>Juanjo Chiarella</cp:lastModifiedBy>
  <cp:revision>1</cp:revision>
  <dcterms:created xsi:type="dcterms:W3CDTF">2026-06-14T19:33:12Z</dcterms:created>
  <dcterms:modified xsi:type="dcterms:W3CDTF">2026-06-15T04:22:01Z</dcterms:modified>
</cp:coreProperties>
</file>